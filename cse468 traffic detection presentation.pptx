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iDVxuhMa5Pfjk8zSjFZAAHKoHY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22" Type="http://schemas.openxmlformats.org/officeDocument/2006/relationships/font" Target="fonts/OpenSans-italic.fntdata"/><Relationship Id="rId21" Type="http://schemas.openxmlformats.org/officeDocument/2006/relationships/font" Target="fonts/OpenSans-bold.fntdata"/><Relationship Id="rId24" Type="http://customschemas.google.com/relationships/presentationmetadata" Target="meta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79077d881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e79077d881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79077d88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79077d88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79077d88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79077d88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79077d881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79077d88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79077d88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79077d88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79077d881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79077d881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79077d881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79077d881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79077d881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e79077d881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79077d881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79077d881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79077d881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79077d881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79077d881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e79077d881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36"/>
          <p:cNvSpPr txBox="1"/>
          <p:nvPr>
            <p:ph type="title"/>
          </p:nvPr>
        </p:nvSpPr>
        <p:spPr>
          <a:xfrm>
            <a:off x="1301100" y="4032975"/>
            <a:ext cx="6541800" cy="40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947450" y="2034000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7"/>
          <p:cNvSpPr txBox="1"/>
          <p:nvPr>
            <p:ph idx="2" type="subTitle"/>
          </p:nvPr>
        </p:nvSpPr>
        <p:spPr>
          <a:xfrm>
            <a:off x="1947450" y="3483400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7"/>
          <p:cNvSpPr txBox="1"/>
          <p:nvPr>
            <p:ph idx="3" type="subTitle"/>
          </p:nvPr>
        </p:nvSpPr>
        <p:spPr>
          <a:xfrm>
            <a:off x="1947450" y="1597325"/>
            <a:ext cx="5249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6" name="Google Shape;16;p37"/>
          <p:cNvSpPr txBox="1"/>
          <p:nvPr>
            <p:ph idx="4" type="subTitle"/>
          </p:nvPr>
        </p:nvSpPr>
        <p:spPr>
          <a:xfrm>
            <a:off x="1947450" y="3049600"/>
            <a:ext cx="5249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7" name="Google Shape;17;p37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" type="body"/>
          </p:nvPr>
        </p:nvSpPr>
        <p:spPr>
          <a:xfrm>
            <a:off x="720000" y="1139551"/>
            <a:ext cx="7704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cxnSp>
        <p:nvCxnSpPr>
          <p:cNvPr id="21" name="Google Shape;21;p38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" name="Google Shape;22;p38"/>
          <p:cNvGrpSpPr/>
          <p:nvPr/>
        </p:nvGrpSpPr>
        <p:grpSpPr>
          <a:xfrm>
            <a:off x="-733900" y="211204"/>
            <a:ext cx="9766422" cy="1765146"/>
            <a:chOff x="-733900" y="211204"/>
            <a:chExt cx="9766422" cy="1765146"/>
          </a:xfrm>
        </p:grpSpPr>
        <p:sp>
          <p:nvSpPr>
            <p:cNvPr id="23" name="Google Shape;23;p38"/>
            <p:cNvSpPr/>
            <p:nvPr/>
          </p:nvSpPr>
          <p:spPr>
            <a:xfrm>
              <a:off x="-733900" y="15005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8"/>
            <p:cNvSpPr/>
            <p:nvPr/>
          </p:nvSpPr>
          <p:spPr>
            <a:xfrm>
              <a:off x="8001984" y="21120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" name="Google Shape;27;p39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" name="Google Shape;28;p39"/>
          <p:cNvGrpSpPr/>
          <p:nvPr/>
        </p:nvGrpSpPr>
        <p:grpSpPr>
          <a:xfrm>
            <a:off x="-1078400" y="71691"/>
            <a:ext cx="11781699" cy="4141285"/>
            <a:chOff x="-1078400" y="71691"/>
            <a:chExt cx="11781699" cy="4141285"/>
          </a:xfrm>
        </p:grpSpPr>
        <p:sp>
          <p:nvSpPr>
            <p:cNvPr id="29" name="Google Shape;29;p39"/>
            <p:cNvSpPr/>
            <p:nvPr/>
          </p:nvSpPr>
          <p:spPr>
            <a:xfrm>
              <a:off x="-1078400" y="35407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9"/>
            <p:cNvSpPr/>
            <p:nvPr/>
          </p:nvSpPr>
          <p:spPr>
            <a:xfrm>
              <a:off x="-317316" y="17884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9"/>
            <p:cNvSpPr/>
            <p:nvPr/>
          </p:nvSpPr>
          <p:spPr>
            <a:xfrm>
              <a:off x="8478050" y="7372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9"/>
            <p:cNvSpPr/>
            <p:nvPr/>
          </p:nvSpPr>
          <p:spPr>
            <a:xfrm>
              <a:off x="1652534" y="716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9"/>
            <p:cNvSpPr/>
            <p:nvPr/>
          </p:nvSpPr>
          <p:spPr>
            <a:xfrm>
              <a:off x="8742275" y="28424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" type="subTitle"/>
          </p:nvPr>
        </p:nvSpPr>
        <p:spPr>
          <a:xfrm>
            <a:off x="2226493" y="1856068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2" type="subTitle"/>
          </p:nvPr>
        </p:nvSpPr>
        <p:spPr>
          <a:xfrm>
            <a:off x="5760805" y="1856068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3" type="subTitle"/>
          </p:nvPr>
        </p:nvSpPr>
        <p:spPr>
          <a:xfrm>
            <a:off x="2226493" y="3518073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4" type="subTitle"/>
          </p:nvPr>
        </p:nvSpPr>
        <p:spPr>
          <a:xfrm>
            <a:off x="5760805" y="3518073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5" type="subTitle"/>
          </p:nvPr>
        </p:nvSpPr>
        <p:spPr>
          <a:xfrm>
            <a:off x="2226493" y="1473925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" name="Google Shape;41;p40"/>
          <p:cNvSpPr txBox="1"/>
          <p:nvPr>
            <p:ph idx="6" type="subTitle"/>
          </p:nvPr>
        </p:nvSpPr>
        <p:spPr>
          <a:xfrm>
            <a:off x="5760802" y="1473925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" name="Google Shape;42;p40"/>
          <p:cNvSpPr txBox="1"/>
          <p:nvPr>
            <p:ph idx="7" type="subTitle"/>
          </p:nvPr>
        </p:nvSpPr>
        <p:spPr>
          <a:xfrm>
            <a:off x="2226493" y="3135980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3" name="Google Shape;43;p40"/>
          <p:cNvSpPr txBox="1"/>
          <p:nvPr>
            <p:ph idx="8" type="subTitle"/>
          </p:nvPr>
        </p:nvSpPr>
        <p:spPr>
          <a:xfrm>
            <a:off x="5760802" y="3135980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44" name="Google Shape;44;p40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" name="Google Shape;45;p40"/>
          <p:cNvGrpSpPr/>
          <p:nvPr/>
        </p:nvGrpSpPr>
        <p:grpSpPr>
          <a:xfrm>
            <a:off x="-946000" y="-258325"/>
            <a:ext cx="11164049" cy="1806301"/>
            <a:chOff x="-946000" y="-258325"/>
            <a:chExt cx="11164049" cy="1806301"/>
          </a:xfrm>
        </p:grpSpPr>
        <p:sp>
          <p:nvSpPr>
            <p:cNvPr id="46" name="Google Shape;46;p40"/>
            <p:cNvSpPr/>
            <p:nvPr/>
          </p:nvSpPr>
          <p:spPr>
            <a:xfrm>
              <a:off x="-946000" y="6299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0"/>
            <p:cNvSpPr/>
            <p:nvPr/>
          </p:nvSpPr>
          <p:spPr>
            <a:xfrm>
              <a:off x="4744450" y="-2583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0"/>
            <p:cNvSpPr/>
            <p:nvPr/>
          </p:nvSpPr>
          <p:spPr>
            <a:xfrm>
              <a:off x="8257025" y="8757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idx="1" type="subTitle"/>
          </p:nvPr>
        </p:nvSpPr>
        <p:spPr>
          <a:xfrm>
            <a:off x="825429" y="2918265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2" type="subTitle"/>
          </p:nvPr>
        </p:nvSpPr>
        <p:spPr>
          <a:xfrm>
            <a:off x="3450747" y="2918265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3" type="subTitle"/>
          </p:nvPr>
        </p:nvSpPr>
        <p:spPr>
          <a:xfrm>
            <a:off x="6076071" y="2918265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4" type="subTitle"/>
          </p:nvPr>
        </p:nvSpPr>
        <p:spPr>
          <a:xfrm>
            <a:off x="825429" y="2535166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" name="Google Shape;55;p41"/>
          <p:cNvSpPr txBox="1"/>
          <p:nvPr>
            <p:ph idx="5" type="subTitle"/>
          </p:nvPr>
        </p:nvSpPr>
        <p:spPr>
          <a:xfrm>
            <a:off x="3450747" y="2535166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6" name="Google Shape;56;p41"/>
          <p:cNvSpPr txBox="1"/>
          <p:nvPr>
            <p:ph idx="6" type="subTitle"/>
          </p:nvPr>
        </p:nvSpPr>
        <p:spPr>
          <a:xfrm>
            <a:off x="6076071" y="2535166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57" name="Google Shape;57;p41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" name="Google Shape;58;p41"/>
          <p:cNvGrpSpPr/>
          <p:nvPr/>
        </p:nvGrpSpPr>
        <p:grpSpPr>
          <a:xfrm>
            <a:off x="-480753" y="951973"/>
            <a:ext cx="10412227" cy="3246152"/>
            <a:chOff x="-480753" y="951973"/>
            <a:chExt cx="10412227" cy="3246152"/>
          </a:xfrm>
        </p:grpSpPr>
        <p:sp>
          <p:nvSpPr>
            <p:cNvPr id="59" name="Google Shape;59;p41"/>
            <p:cNvSpPr/>
            <p:nvPr/>
          </p:nvSpPr>
          <p:spPr>
            <a:xfrm>
              <a:off x="7970450" y="9519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1"/>
            <p:cNvSpPr/>
            <p:nvPr/>
          </p:nvSpPr>
          <p:spPr>
            <a:xfrm>
              <a:off x="8608100" y="37223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1"/>
            <p:cNvSpPr/>
            <p:nvPr/>
          </p:nvSpPr>
          <p:spPr>
            <a:xfrm>
              <a:off x="-480753" y="23087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type="title"/>
          </p:nvPr>
        </p:nvSpPr>
        <p:spPr>
          <a:xfrm>
            <a:off x="713225" y="1530275"/>
            <a:ext cx="3249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" type="subTitle"/>
          </p:nvPr>
        </p:nvSpPr>
        <p:spPr>
          <a:xfrm>
            <a:off x="713225" y="2213575"/>
            <a:ext cx="32490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5" name="Google Shape;65;p42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42"/>
          <p:cNvGrpSpPr/>
          <p:nvPr/>
        </p:nvGrpSpPr>
        <p:grpSpPr>
          <a:xfrm>
            <a:off x="300934" y="123075"/>
            <a:ext cx="6499263" cy="475800"/>
            <a:chOff x="300934" y="123075"/>
            <a:chExt cx="6499263" cy="475800"/>
          </a:xfrm>
        </p:grpSpPr>
        <p:sp>
          <p:nvSpPr>
            <p:cNvPr id="67" name="Google Shape;67;p42"/>
            <p:cNvSpPr/>
            <p:nvPr/>
          </p:nvSpPr>
          <p:spPr>
            <a:xfrm>
              <a:off x="5565100" y="1230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2"/>
            <p:cNvSpPr/>
            <p:nvPr/>
          </p:nvSpPr>
          <p:spPr>
            <a:xfrm>
              <a:off x="300934" y="2705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" type="subTitle"/>
          </p:nvPr>
        </p:nvSpPr>
        <p:spPr>
          <a:xfrm>
            <a:off x="1374626" y="2112400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2" type="subTitle"/>
          </p:nvPr>
        </p:nvSpPr>
        <p:spPr>
          <a:xfrm>
            <a:off x="5186681" y="2112400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3" type="subTitle"/>
          </p:nvPr>
        </p:nvSpPr>
        <p:spPr>
          <a:xfrm>
            <a:off x="1374626" y="3863775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4" type="subTitle"/>
          </p:nvPr>
        </p:nvSpPr>
        <p:spPr>
          <a:xfrm>
            <a:off x="5186681" y="3863775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5" type="title"/>
          </p:nvPr>
        </p:nvSpPr>
        <p:spPr>
          <a:xfrm>
            <a:off x="1374628" y="1136250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43"/>
          <p:cNvSpPr txBox="1"/>
          <p:nvPr>
            <p:ph idx="6" type="title"/>
          </p:nvPr>
        </p:nvSpPr>
        <p:spPr>
          <a:xfrm>
            <a:off x="1374628" y="2887646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43"/>
          <p:cNvSpPr txBox="1"/>
          <p:nvPr>
            <p:ph idx="7" type="title"/>
          </p:nvPr>
        </p:nvSpPr>
        <p:spPr>
          <a:xfrm>
            <a:off x="5186683" y="1136250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43"/>
          <p:cNvSpPr txBox="1"/>
          <p:nvPr>
            <p:ph idx="8" type="title"/>
          </p:nvPr>
        </p:nvSpPr>
        <p:spPr>
          <a:xfrm>
            <a:off x="5186683" y="2887646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p43"/>
          <p:cNvSpPr txBox="1"/>
          <p:nvPr>
            <p:ph idx="9" type="subTitle"/>
          </p:nvPr>
        </p:nvSpPr>
        <p:spPr>
          <a:xfrm>
            <a:off x="1374625" y="1776450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0" name="Google Shape;80;p43"/>
          <p:cNvSpPr txBox="1"/>
          <p:nvPr>
            <p:ph idx="13" type="subTitle"/>
          </p:nvPr>
        </p:nvSpPr>
        <p:spPr>
          <a:xfrm>
            <a:off x="5186683" y="1776450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1" name="Google Shape;81;p43"/>
          <p:cNvSpPr txBox="1"/>
          <p:nvPr>
            <p:ph idx="14" type="subTitle"/>
          </p:nvPr>
        </p:nvSpPr>
        <p:spPr>
          <a:xfrm>
            <a:off x="1374625" y="3527776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2" name="Google Shape;82;p43"/>
          <p:cNvSpPr txBox="1"/>
          <p:nvPr>
            <p:ph idx="15" type="subTitle"/>
          </p:nvPr>
        </p:nvSpPr>
        <p:spPr>
          <a:xfrm>
            <a:off x="5186683" y="3527776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83" name="Google Shape;83;p43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4" name="Google Shape;84;p43"/>
          <p:cNvGrpSpPr/>
          <p:nvPr/>
        </p:nvGrpSpPr>
        <p:grpSpPr>
          <a:xfrm>
            <a:off x="-806275" y="-194475"/>
            <a:ext cx="10472147" cy="4162051"/>
            <a:chOff x="-806275" y="-194475"/>
            <a:chExt cx="10472147" cy="4162051"/>
          </a:xfrm>
        </p:grpSpPr>
        <p:sp>
          <p:nvSpPr>
            <p:cNvPr id="85" name="Google Shape;85;p43"/>
            <p:cNvSpPr/>
            <p:nvPr/>
          </p:nvSpPr>
          <p:spPr>
            <a:xfrm>
              <a:off x="-806275" y="32953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3"/>
            <p:cNvSpPr/>
            <p:nvPr/>
          </p:nvSpPr>
          <p:spPr>
            <a:xfrm>
              <a:off x="5500975" y="-1944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3"/>
            <p:cNvSpPr/>
            <p:nvPr/>
          </p:nvSpPr>
          <p:spPr>
            <a:xfrm>
              <a:off x="7853284" y="14703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3"/>
            <p:cNvSpPr/>
            <p:nvPr/>
          </p:nvSpPr>
          <p:spPr>
            <a:xfrm>
              <a:off x="-667716" y="19723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3"/>
            <p:cNvSpPr/>
            <p:nvPr/>
          </p:nvSpPr>
          <p:spPr>
            <a:xfrm>
              <a:off x="8430775" y="28947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4"/>
          <p:cNvSpPr txBox="1"/>
          <p:nvPr>
            <p:ph type="title"/>
          </p:nvPr>
        </p:nvSpPr>
        <p:spPr>
          <a:xfrm>
            <a:off x="4049275" y="2338525"/>
            <a:ext cx="4381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44"/>
          <p:cNvSpPr txBox="1"/>
          <p:nvPr>
            <p:ph idx="2" type="title"/>
          </p:nvPr>
        </p:nvSpPr>
        <p:spPr>
          <a:xfrm>
            <a:off x="4049275" y="1200575"/>
            <a:ext cx="1654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3" name="Google Shape;93;p44"/>
          <p:cNvSpPr txBox="1"/>
          <p:nvPr>
            <p:ph idx="1" type="subTitle"/>
          </p:nvPr>
        </p:nvSpPr>
        <p:spPr>
          <a:xfrm>
            <a:off x="4049275" y="3180325"/>
            <a:ext cx="43815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4" name="Google Shape;94;p44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" name="Google Shape;95;p44"/>
          <p:cNvGrpSpPr/>
          <p:nvPr/>
        </p:nvGrpSpPr>
        <p:grpSpPr>
          <a:xfrm>
            <a:off x="5899975" y="301600"/>
            <a:ext cx="2945222" cy="1651547"/>
            <a:chOff x="5899975" y="301600"/>
            <a:chExt cx="2945222" cy="1651547"/>
          </a:xfrm>
        </p:grpSpPr>
        <p:sp>
          <p:nvSpPr>
            <p:cNvPr id="96" name="Google Shape;96;p44"/>
            <p:cNvSpPr/>
            <p:nvPr/>
          </p:nvSpPr>
          <p:spPr>
            <a:xfrm>
              <a:off x="5899975" y="3016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4"/>
            <p:cNvSpPr/>
            <p:nvPr/>
          </p:nvSpPr>
          <p:spPr>
            <a:xfrm>
              <a:off x="7814659" y="162484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1" type="subTitle"/>
          </p:nvPr>
        </p:nvSpPr>
        <p:spPr>
          <a:xfrm>
            <a:off x="4904648" y="1565975"/>
            <a:ext cx="33186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5"/>
          <p:cNvSpPr txBox="1"/>
          <p:nvPr>
            <p:ph idx="2" type="subTitle"/>
          </p:nvPr>
        </p:nvSpPr>
        <p:spPr>
          <a:xfrm>
            <a:off x="978475" y="1565975"/>
            <a:ext cx="33186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2" name="Google Shape;102;p45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3" name="Google Shape;103;p45"/>
          <p:cNvGrpSpPr/>
          <p:nvPr/>
        </p:nvGrpSpPr>
        <p:grpSpPr>
          <a:xfrm>
            <a:off x="-714841" y="-187525"/>
            <a:ext cx="9886776" cy="2526822"/>
            <a:chOff x="-714841" y="-187525"/>
            <a:chExt cx="9886776" cy="2526822"/>
          </a:xfrm>
        </p:grpSpPr>
        <p:sp>
          <p:nvSpPr>
            <p:cNvPr id="104" name="Google Shape;104;p45"/>
            <p:cNvSpPr/>
            <p:nvPr/>
          </p:nvSpPr>
          <p:spPr>
            <a:xfrm>
              <a:off x="3531575" y="-1875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5"/>
            <p:cNvSpPr/>
            <p:nvPr/>
          </p:nvSpPr>
          <p:spPr>
            <a:xfrm>
              <a:off x="8141397" y="10895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5"/>
            <p:cNvSpPr/>
            <p:nvPr/>
          </p:nvSpPr>
          <p:spPr>
            <a:xfrm>
              <a:off x="-714841" y="20109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" name="Google Shape;109;p46"/>
          <p:cNvSpPr txBox="1"/>
          <p:nvPr>
            <p:ph idx="1" type="subTitle"/>
          </p:nvPr>
        </p:nvSpPr>
        <p:spPr>
          <a:xfrm>
            <a:off x="5028834" y="2899324"/>
            <a:ext cx="27936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p46"/>
          <p:cNvSpPr txBox="1"/>
          <p:nvPr>
            <p:ph idx="2" type="subTitle"/>
          </p:nvPr>
        </p:nvSpPr>
        <p:spPr>
          <a:xfrm>
            <a:off x="1321566" y="2899324"/>
            <a:ext cx="27936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46"/>
          <p:cNvSpPr txBox="1"/>
          <p:nvPr>
            <p:ph idx="3" type="subTitle"/>
          </p:nvPr>
        </p:nvSpPr>
        <p:spPr>
          <a:xfrm>
            <a:off x="5028834" y="2504525"/>
            <a:ext cx="2793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2" name="Google Shape;112;p46"/>
          <p:cNvSpPr txBox="1"/>
          <p:nvPr>
            <p:ph idx="4" type="subTitle"/>
          </p:nvPr>
        </p:nvSpPr>
        <p:spPr>
          <a:xfrm>
            <a:off x="1321566" y="2504525"/>
            <a:ext cx="2793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13" name="Google Shape;113;p46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4" name="Google Shape;114;p46"/>
          <p:cNvGrpSpPr/>
          <p:nvPr/>
        </p:nvGrpSpPr>
        <p:grpSpPr>
          <a:xfrm>
            <a:off x="-973850" y="-219050"/>
            <a:ext cx="10375597" cy="4448700"/>
            <a:chOff x="-973850" y="-219050"/>
            <a:chExt cx="10375597" cy="4448700"/>
          </a:xfrm>
        </p:grpSpPr>
        <p:sp>
          <p:nvSpPr>
            <p:cNvPr id="115" name="Google Shape;115;p46"/>
            <p:cNvSpPr/>
            <p:nvPr/>
          </p:nvSpPr>
          <p:spPr>
            <a:xfrm>
              <a:off x="-973850" y="22762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6"/>
            <p:cNvSpPr/>
            <p:nvPr/>
          </p:nvSpPr>
          <p:spPr>
            <a:xfrm>
              <a:off x="1187775" y="-2190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6"/>
            <p:cNvSpPr/>
            <p:nvPr/>
          </p:nvSpPr>
          <p:spPr>
            <a:xfrm>
              <a:off x="7822422" y="14364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6"/>
            <p:cNvSpPr/>
            <p:nvPr/>
          </p:nvSpPr>
          <p:spPr>
            <a:xfrm>
              <a:off x="8166650" y="37538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7"/>
          <p:cNvSpPr txBox="1"/>
          <p:nvPr>
            <p:ph idx="1" type="subTitle"/>
          </p:nvPr>
        </p:nvSpPr>
        <p:spPr>
          <a:xfrm>
            <a:off x="825429" y="3396549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7"/>
          <p:cNvSpPr txBox="1"/>
          <p:nvPr>
            <p:ph idx="2" type="subTitle"/>
          </p:nvPr>
        </p:nvSpPr>
        <p:spPr>
          <a:xfrm>
            <a:off x="3450747" y="3396549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7"/>
          <p:cNvSpPr txBox="1"/>
          <p:nvPr>
            <p:ph idx="3" type="subTitle"/>
          </p:nvPr>
        </p:nvSpPr>
        <p:spPr>
          <a:xfrm>
            <a:off x="6076071" y="3396549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" name="Google Shape;124;p47"/>
          <p:cNvSpPr txBox="1"/>
          <p:nvPr>
            <p:ph idx="4" type="subTitle"/>
          </p:nvPr>
        </p:nvSpPr>
        <p:spPr>
          <a:xfrm>
            <a:off x="825429" y="3086000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25" name="Google Shape;125;p47"/>
          <p:cNvSpPr txBox="1"/>
          <p:nvPr>
            <p:ph idx="5" type="subTitle"/>
          </p:nvPr>
        </p:nvSpPr>
        <p:spPr>
          <a:xfrm>
            <a:off x="3450747" y="3086000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26" name="Google Shape;126;p47"/>
          <p:cNvSpPr txBox="1"/>
          <p:nvPr>
            <p:ph idx="6" type="subTitle"/>
          </p:nvPr>
        </p:nvSpPr>
        <p:spPr>
          <a:xfrm>
            <a:off x="6076071" y="3086000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27" name="Google Shape;127;p47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" name="Google Shape;128;p47"/>
          <p:cNvGrpSpPr/>
          <p:nvPr/>
        </p:nvGrpSpPr>
        <p:grpSpPr>
          <a:xfrm>
            <a:off x="-1135600" y="88691"/>
            <a:ext cx="10925147" cy="3060635"/>
            <a:chOff x="-1135600" y="88691"/>
            <a:chExt cx="10925147" cy="3060635"/>
          </a:xfrm>
        </p:grpSpPr>
        <p:sp>
          <p:nvSpPr>
            <p:cNvPr id="129" name="Google Shape;129;p47"/>
            <p:cNvSpPr/>
            <p:nvPr/>
          </p:nvSpPr>
          <p:spPr>
            <a:xfrm>
              <a:off x="8554450" y="10177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7"/>
            <p:cNvSpPr/>
            <p:nvPr/>
          </p:nvSpPr>
          <p:spPr>
            <a:xfrm>
              <a:off x="6890922" y="886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7"/>
            <p:cNvSpPr/>
            <p:nvPr/>
          </p:nvSpPr>
          <p:spPr>
            <a:xfrm>
              <a:off x="-1135600" y="247712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7"/>
            <p:cNvSpPr/>
            <p:nvPr/>
          </p:nvSpPr>
          <p:spPr>
            <a:xfrm>
              <a:off x="-803328" y="14935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48"/>
          <p:cNvSpPr txBox="1"/>
          <p:nvPr>
            <p:ph idx="1" type="subTitle"/>
          </p:nvPr>
        </p:nvSpPr>
        <p:spPr>
          <a:xfrm>
            <a:off x="726925" y="18883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8"/>
          <p:cNvSpPr txBox="1"/>
          <p:nvPr>
            <p:ph idx="2" type="subTitle"/>
          </p:nvPr>
        </p:nvSpPr>
        <p:spPr>
          <a:xfrm>
            <a:off x="3526978" y="18883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8"/>
          <p:cNvSpPr txBox="1"/>
          <p:nvPr>
            <p:ph idx="3" type="subTitle"/>
          </p:nvPr>
        </p:nvSpPr>
        <p:spPr>
          <a:xfrm>
            <a:off x="726925" y="33217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8"/>
          <p:cNvSpPr txBox="1"/>
          <p:nvPr>
            <p:ph idx="4" type="subTitle"/>
          </p:nvPr>
        </p:nvSpPr>
        <p:spPr>
          <a:xfrm>
            <a:off x="3526981" y="33217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8"/>
          <p:cNvSpPr txBox="1"/>
          <p:nvPr>
            <p:ph idx="5" type="subTitle"/>
          </p:nvPr>
        </p:nvSpPr>
        <p:spPr>
          <a:xfrm>
            <a:off x="6327037" y="18883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8"/>
          <p:cNvSpPr txBox="1"/>
          <p:nvPr>
            <p:ph idx="6" type="subTitle"/>
          </p:nvPr>
        </p:nvSpPr>
        <p:spPr>
          <a:xfrm>
            <a:off x="6327037" y="33217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8"/>
          <p:cNvSpPr txBox="1"/>
          <p:nvPr>
            <p:ph idx="7" type="subTitle"/>
          </p:nvPr>
        </p:nvSpPr>
        <p:spPr>
          <a:xfrm>
            <a:off x="726925" y="15413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2" name="Google Shape;142;p48"/>
          <p:cNvSpPr txBox="1"/>
          <p:nvPr>
            <p:ph idx="8" type="subTitle"/>
          </p:nvPr>
        </p:nvSpPr>
        <p:spPr>
          <a:xfrm>
            <a:off x="3526978" y="15413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3" name="Google Shape;143;p48"/>
          <p:cNvSpPr txBox="1"/>
          <p:nvPr>
            <p:ph idx="9" type="subTitle"/>
          </p:nvPr>
        </p:nvSpPr>
        <p:spPr>
          <a:xfrm>
            <a:off x="726925" y="29747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4" name="Google Shape;144;p48"/>
          <p:cNvSpPr txBox="1"/>
          <p:nvPr>
            <p:ph idx="13" type="subTitle"/>
          </p:nvPr>
        </p:nvSpPr>
        <p:spPr>
          <a:xfrm>
            <a:off x="3526978" y="29747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5" name="Google Shape;145;p48"/>
          <p:cNvSpPr txBox="1"/>
          <p:nvPr>
            <p:ph idx="14" type="subTitle"/>
          </p:nvPr>
        </p:nvSpPr>
        <p:spPr>
          <a:xfrm>
            <a:off x="6327037" y="15413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6" name="Google Shape;146;p48"/>
          <p:cNvSpPr txBox="1"/>
          <p:nvPr>
            <p:ph idx="15" type="subTitle"/>
          </p:nvPr>
        </p:nvSpPr>
        <p:spPr>
          <a:xfrm>
            <a:off x="6327037" y="29747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47" name="Google Shape;147;p48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48"/>
          <p:cNvGrpSpPr/>
          <p:nvPr/>
        </p:nvGrpSpPr>
        <p:grpSpPr>
          <a:xfrm>
            <a:off x="-581503" y="869173"/>
            <a:ext cx="10973452" cy="3259252"/>
            <a:chOff x="-581503" y="869173"/>
            <a:chExt cx="10973452" cy="3259252"/>
          </a:xfrm>
        </p:grpSpPr>
        <p:sp>
          <p:nvSpPr>
            <p:cNvPr id="149" name="Google Shape;149;p48"/>
            <p:cNvSpPr/>
            <p:nvPr/>
          </p:nvSpPr>
          <p:spPr>
            <a:xfrm>
              <a:off x="8430925" y="36526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8"/>
            <p:cNvSpPr/>
            <p:nvPr/>
          </p:nvSpPr>
          <p:spPr>
            <a:xfrm>
              <a:off x="-581503" y="28185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8"/>
            <p:cNvSpPr/>
            <p:nvPr/>
          </p:nvSpPr>
          <p:spPr>
            <a:xfrm>
              <a:off x="8430925" y="8691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8"/>
            <p:cNvSpPr/>
            <p:nvPr/>
          </p:nvSpPr>
          <p:spPr>
            <a:xfrm>
              <a:off x="-141575" y="9673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9"/>
          <p:cNvSpPr txBox="1"/>
          <p:nvPr>
            <p:ph type="ctrTitle"/>
          </p:nvPr>
        </p:nvSpPr>
        <p:spPr>
          <a:xfrm>
            <a:off x="713225" y="1060188"/>
            <a:ext cx="3809100" cy="217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5" name="Google Shape;155;p49"/>
          <p:cNvSpPr txBox="1"/>
          <p:nvPr>
            <p:ph idx="1" type="subTitle"/>
          </p:nvPr>
        </p:nvSpPr>
        <p:spPr>
          <a:xfrm>
            <a:off x="714025" y="3302725"/>
            <a:ext cx="38076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56" name="Google Shape;156;p49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" name="Google Shape;157;p49"/>
          <p:cNvGrpSpPr/>
          <p:nvPr/>
        </p:nvGrpSpPr>
        <p:grpSpPr>
          <a:xfrm>
            <a:off x="-1561150" y="312154"/>
            <a:ext cx="9271422" cy="2370572"/>
            <a:chOff x="-1561150" y="312154"/>
            <a:chExt cx="9271422" cy="2370572"/>
          </a:xfrm>
        </p:grpSpPr>
        <p:sp>
          <p:nvSpPr>
            <p:cNvPr id="158" name="Google Shape;158;p49"/>
            <p:cNvSpPr/>
            <p:nvPr/>
          </p:nvSpPr>
          <p:spPr>
            <a:xfrm>
              <a:off x="-1561150" y="201052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9"/>
            <p:cNvSpPr/>
            <p:nvPr/>
          </p:nvSpPr>
          <p:spPr>
            <a:xfrm>
              <a:off x="438034" y="37535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9"/>
            <p:cNvSpPr/>
            <p:nvPr/>
          </p:nvSpPr>
          <p:spPr>
            <a:xfrm>
              <a:off x="6679734" y="31215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3" name="Google Shape;163;p50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4" name="Google Shape;164;p50"/>
          <p:cNvGrpSpPr/>
          <p:nvPr/>
        </p:nvGrpSpPr>
        <p:grpSpPr>
          <a:xfrm>
            <a:off x="-1241025" y="211191"/>
            <a:ext cx="10909472" cy="3896131"/>
            <a:chOff x="-1241025" y="211191"/>
            <a:chExt cx="10909472" cy="3896131"/>
          </a:xfrm>
        </p:grpSpPr>
        <p:sp>
          <p:nvSpPr>
            <p:cNvPr id="165" name="Google Shape;165;p50"/>
            <p:cNvSpPr/>
            <p:nvPr/>
          </p:nvSpPr>
          <p:spPr>
            <a:xfrm>
              <a:off x="-1241025" y="23100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0"/>
            <p:cNvSpPr/>
            <p:nvPr/>
          </p:nvSpPr>
          <p:spPr>
            <a:xfrm>
              <a:off x="-256566" y="2111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50"/>
            <p:cNvSpPr/>
            <p:nvPr/>
          </p:nvSpPr>
          <p:spPr>
            <a:xfrm>
              <a:off x="8430775" y="13026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0"/>
            <p:cNvSpPr/>
            <p:nvPr/>
          </p:nvSpPr>
          <p:spPr>
            <a:xfrm>
              <a:off x="8637909" y="37790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1"/>
          <p:cNvSpPr txBox="1"/>
          <p:nvPr>
            <p:ph idx="1" type="subTitle"/>
          </p:nvPr>
        </p:nvSpPr>
        <p:spPr>
          <a:xfrm>
            <a:off x="1645200" y="1263375"/>
            <a:ext cx="5853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b="1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71" name="Google Shape;17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2" name="Google Shape;172;p51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p51"/>
          <p:cNvGrpSpPr/>
          <p:nvPr/>
        </p:nvGrpSpPr>
        <p:grpSpPr>
          <a:xfrm>
            <a:off x="-440550" y="177741"/>
            <a:ext cx="10791924" cy="2730110"/>
            <a:chOff x="-440550" y="177741"/>
            <a:chExt cx="10791924" cy="2730110"/>
          </a:xfrm>
        </p:grpSpPr>
        <p:grpSp>
          <p:nvGrpSpPr>
            <p:cNvPr id="174" name="Google Shape;174;p51"/>
            <p:cNvGrpSpPr/>
            <p:nvPr/>
          </p:nvGrpSpPr>
          <p:grpSpPr>
            <a:xfrm>
              <a:off x="-440550" y="177741"/>
              <a:ext cx="8220947" cy="2398259"/>
              <a:chOff x="-440550" y="177741"/>
              <a:chExt cx="8220947" cy="2398259"/>
            </a:xfrm>
          </p:grpSpPr>
          <p:sp>
            <p:nvSpPr>
              <p:cNvPr id="175" name="Google Shape;175;p51"/>
              <p:cNvSpPr/>
              <p:nvPr/>
            </p:nvSpPr>
            <p:spPr>
              <a:xfrm>
                <a:off x="-440550" y="2100200"/>
                <a:ext cx="1235097" cy="475800"/>
              </a:xfrm>
              <a:custGeom>
                <a:rect b="b" l="l" r="r" t="t"/>
                <a:pathLst>
                  <a:path extrusionOk="0" h="663" w="1721">
                    <a:moveTo>
                      <a:pt x="20" y="663"/>
                    </a:moveTo>
                    <a:cubicBezTo>
                      <a:pt x="15" y="640"/>
                      <a:pt x="9" y="620"/>
                      <a:pt x="6" y="599"/>
                    </a:cubicBezTo>
                    <a:cubicBezTo>
                      <a:pt x="-22" y="389"/>
                      <a:pt x="57" y="225"/>
                      <a:pt x="224" y="100"/>
                    </a:cubicBezTo>
                    <a:cubicBezTo>
                      <a:pt x="294" y="47"/>
                      <a:pt x="375" y="15"/>
                      <a:pt x="462" y="5"/>
                    </a:cubicBezTo>
                    <a:cubicBezTo>
                      <a:pt x="646" y="-17"/>
                      <a:pt x="801" y="38"/>
                      <a:pt x="918" y="185"/>
                    </a:cubicBezTo>
                    <a:cubicBezTo>
                      <a:pt x="928" y="197"/>
                      <a:pt x="935" y="209"/>
                      <a:pt x="945" y="223"/>
                    </a:cubicBezTo>
                    <a:cubicBezTo>
                      <a:pt x="952" y="221"/>
                      <a:pt x="960" y="220"/>
                      <a:pt x="968" y="219"/>
                    </a:cubicBezTo>
                    <a:cubicBezTo>
                      <a:pt x="1066" y="202"/>
                      <a:pt x="1162" y="213"/>
                      <a:pt x="1256" y="240"/>
                    </a:cubicBezTo>
                    <a:cubicBezTo>
                      <a:pt x="1390" y="279"/>
                      <a:pt x="1510" y="345"/>
                      <a:pt x="1608" y="446"/>
                    </a:cubicBezTo>
                    <a:cubicBezTo>
                      <a:pt x="1656" y="496"/>
                      <a:pt x="1695" y="551"/>
                      <a:pt x="1715" y="618"/>
                    </a:cubicBezTo>
                    <a:cubicBezTo>
                      <a:pt x="1718" y="625"/>
                      <a:pt x="1720" y="632"/>
                      <a:pt x="1721" y="639"/>
                    </a:cubicBezTo>
                    <a:cubicBezTo>
                      <a:pt x="1722" y="649"/>
                      <a:pt x="1718" y="654"/>
                      <a:pt x="1708" y="656"/>
                    </a:cubicBezTo>
                    <a:cubicBezTo>
                      <a:pt x="1702" y="657"/>
                      <a:pt x="1696" y="658"/>
                      <a:pt x="1690" y="658"/>
                    </a:cubicBezTo>
                    <a:cubicBezTo>
                      <a:pt x="1616" y="658"/>
                      <a:pt x="1541" y="658"/>
                      <a:pt x="1466" y="659"/>
                    </a:cubicBezTo>
                    <a:cubicBezTo>
                      <a:pt x="1256" y="659"/>
                      <a:pt x="1046" y="659"/>
                      <a:pt x="836" y="659"/>
                    </a:cubicBezTo>
                    <a:cubicBezTo>
                      <a:pt x="572" y="660"/>
                      <a:pt x="308" y="662"/>
                      <a:pt x="43" y="663"/>
                    </a:cubicBezTo>
                    <a:cubicBezTo>
                      <a:pt x="37" y="663"/>
                      <a:pt x="31" y="663"/>
                      <a:pt x="20" y="6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1"/>
              <p:cNvSpPr/>
              <p:nvPr/>
            </p:nvSpPr>
            <p:spPr>
              <a:xfrm>
                <a:off x="6749859" y="177741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7" name="Google Shape;177;p51"/>
            <p:cNvSpPr/>
            <p:nvPr/>
          </p:nvSpPr>
          <p:spPr>
            <a:xfrm>
              <a:off x="8390350" y="223564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2"/>
          <p:cNvSpPr txBox="1"/>
          <p:nvPr>
            <p:ph type="title"/>
          </p:nvPr>
        </p:nvSpPr>
        <p:spPr>
          <a:xfrm>
            <a:off x="713225" y="1605900"/>
            <a:ext cx="41364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80" name="Google Shape;180;p52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52"/>
          <p:cNvSpPr/>
          <p:nvPr/>
        </p:nvSpPr>
        <p:spPr>
          <a:xfrm>
            <a:off x="1411434" y="232991"/>
            <a:ext cx="1030538" cy="328306"/>
          </a:xfrm>
          <a:custGeom>
            <a:rect b="b" l="l" r="r" t="t"/>
            <a:pathLst>
              <a:path extrusionOk="0" h="511" w="1604">
                <a:moveTo>
                  <a:pt x="1180" y="270"/>
                </a:moveTo>
                <a:cubicBezTo>
                  <a:pt x="1206" y="261"/>
                  <a:pt x="1231" y="248"/>
                  <a:pt x="1258" y="242"/>
                </a:cubicBezTo>
                <a:cubicBezTo>
                  <a:pt x="1392" y="209"/>
                  <a:pt x="1535" y="280"/>
                  <a:pt x="1587" y="406"/>
                </a:cubicBezTo>
                <a:cubicBezTo>
                  <a:pt x="1597" y="431"/>
                  <a:pt x="1602" y="456"/>
                  <a:pt x="1604" y="482"/>
                </a:cubicBezTo>
                <a:cubicBezTo>
                  <a:pt x="1605" y="494"/>
                  <a:pt x="1601" y="499"/>
                  <a:pt x="1588" y="500"/>
                </a:cubicBezTo>
                <a:cubicBezTo>
                  <a:pt x="1583" y="500"/>
                  <a:pt x="1577" y="500"/>
                  <a:pt x="1572" y="500"/>
                </a:cubicBezTo>
                <a:cubicBezTo>
                  <a:pt x="1354" y="501"/>
                  <a:pt x="1135" y="502"/>
                  <a:pt x="917" y="504"/>
                </a:cubicBezTo>
                <a:cubicBezTo>
                  <a:pt x="763" y="505"/>
                  <a:pt x="609" y="507"/>
                  <a:pt x="455" y="508"/>
                </a:cubicBezTo>
                <a:cubicBezTo>
                  <a:pt x="312" y="509"/>
                  <a:pt x="170" y="510"/>
                  <a:pt x="28" y="511"/>
                </a:cubicBezTo>
                <a:cubicBezTo>
                  <a:pt x="25" y="511"/>
                  <a:pt x="22" y="511"/>
                  <a:pt x="19" y="511"/>
                </a:cubicBezTo>
                <a:cubicBezTo>
                  <a:pt x="3" y="510"/>
                  <a:pt x="-1" y="505"/>
                  <a:pt x="1" y="489"/>
                </a:cubicBezTo>
                <a:cubicBezTo>
                  <a:pt x="6" y="439"/>
                  <a:pt x="21" y="391"/>
                  <a:pt x="49" y="349"/>
                </a:cubicBezTo>
                <a:cubicBezTo>
                  <a:pt x="119" y="241"/>
                  <a:pt x="218" y="178"/>
                  <a:pt x="344" y="158"/>
                </a:cubicBezTo>
                <a:cubicBezTo>
                  <a:pt x="409" y="148"/>
                  <a:pt x="472" y="154"/>
                  <a:pt x="533" y="181"/>
                </a:cubicBezTo>
                <a:cubicBezTo>
                  <a:pt x="535" y="181"/>
                  <a:pt x="537" y="182"/>
                  <a:pt x="540" y="183"/>
                </a:cubicBezTo>
                <a:cubicBezTo>
                  <a:pt x="621" y="51"/>
                  <a:pt x="737" y="-16"/>
                  <a:pt x="893" y="3"/>
                </a:cubicBezTo>
                <a:cubicBezTo>
                  <a:pt x="1050" y="23"/>
                  <a:pt x="1143" y="119"/>
                  <a:pt x="1180" y="2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3"/>
          <p:cNvSpPr txBox="1"/>
          <p:nvPr>
            <p:ph type="title"/>
          </p:nvPr>
        </p:nvSpPr>
        <p:spPr>
          <a:xfrm>
            <a:off x="1389262" y="902425"/>
            <a:ext cx="32778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53"/>
          <p:cNvSpPr txBox="1"/>
          <p:nvPr>
            <p:ph idx="1" type="subTitle"/>
          </p:nvPr>
        </p:nvSpPr>
        <p:spPr>
          <a:xfrm>
            <a:off x="1389262" y="2591075"/>
            <a:ext cx="32778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85" name="Google Shape;185;p53"/>
          <p:cNvSpPr/>
          <p:nvPr>
            <p:ph idx="2" type="pic"/>
          </p:nvPr>
        </p:nvSpPr>
        <p:spPr>
          <a:xfrm>
            <a:off x="5126437" y="818350"/>
            <a:ext cx="2628300" cy="342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86" name="Google Shape;186;p53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" name="Google Shape;187;p53"/>
          <p:cNvGrpSpPr/>
          <p:nvPr/>
        </p:nvGrpSpPr>
        <p:grpSpPr>
          <a:xfrm>
            <a:off x="-554653" y="375341"/>
            <a:ext cx="10003875" cy="4078709"/>
            <a:chOff x="-554653" y="375341"/>
            <a:chExt cx="10003875" cy="4078709"/>
          </a:xfrm>
        </p:grpSpPr>
        <p:sp>
          <p:nvSpPr>
            <p:cNvPr id="188" name="Google Shape;188;p53"/>
            <p:cNvSpPr/>
            <p:nvPr/>
          </p:nvSpPr>
          <p:spPr>
            <a:xfrm>
              <a:off x="8214125" y="27001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3"/>
            <p:cNvSpPr/>
            <p:nvPr/>
          </p:nvSpPr>
          <p:spPr>
            <a:xfrm>
              <a:off x="7933047" y="37534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3"/>
            <p:cNvSpPr/>
            <p:nvPr/>
          </p:nvSpPr>
          <p:spPr>
            <a:xfrm>
              <a:off x="-554653" y="22627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3"/>
            <p:cNvSpPr/>
            <p:nvPr/>
          </p:nvSpPr>
          <p:spPr>
            <a:xfrm>
              <a:off x="127250" y="39782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4"/>
          <p:cNvSpPr txBox="1"/>
          <p:nvPr>
            <p:ph hasCustomPrompt="1" type="title"/>
          </p:nvPr>
        </p:nvSpPr>
        <p:spPr>
          <a:xfrm>
            <a:off x="713225" y="1580975"/>
            <a:ext cx="482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4" name="Google Shape;194;p54"/>
          <p:cNvSpPr txBox="1"/>
          <p:nvPr>
            <p:ph idx="1" type="subTitle"/>
          </p:nvPr>
        </p:nvSpPr>
        <p:spPr>
          <a:xfrm>
            <a:off x="713225" y="2828300"/>
            <a:ext cx="4827300" cy="37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5" name="Google Shape;195;p54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6" name="Google Shape;196;p54"/>
          <p:cNvGrpSpPr/>
          <p:nvPr/>
        </p:nvGrpSpPr>
        <p:grpSpPr>
          <a:xfrm>
            <a:off x="197959" y="187925"/>
            <a:ext cx="1665138" cy="4116247"/>
            <a:chOff x="197959" y="187925"/>
            <a:chExt cx="1665138" cy="4116247"/>
          </a:xfrm>
        </p:grpSpPr>
        <p:sp>
          <p:nvSpPr>
            <p:cNvPr id="197" name="Google Shape;197;p54"/>
            <p:cNvSpPr/>
            <p:nvPr/>
          </p:nvSpPr>
          <p:spPr>
            <a:xfrm>
              <a:off x="628000" y="1879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54"/>
            <p:cNvSpPr/>
            <p:nvPr/>
          </p:nvSpPr>
          <p:spPr>
            <a:xfrm>
              <a:off x="197959" y="39758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2" name="Google Shape;202;p56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3" name="Google Shape;203;p56"/>
          <p:cNvGrpSpPr/>
          <p:nvPr/>
        </p:nvGrpSpPr>
        <p:grpSpPr>
          <a:xfrm>
            <a:off x="-670700" y="116716"/>
            <a:ext cx="11062499" cy="4182784"/>
            <a:chOff x="-670700" y="116716"/>
            <a:chExt cx="11062499" cy="4182784"/>
          </a:xfrm>
        </p:grpSpPr>
        <p:sp>
          <p:nvSpPr>
            <p:cNvPr id="204" name="Google Shape;204;p56"/>
            <p:cNvSpPr/>
            <p:nvPr/>
          </p:nvSpPr>
          <p:spPr>
            <a:xfrm>
              <a:off x="8430775" y="8679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6"/>
            <p:cNvSpPr/>
            <p:nvPr/>
          </p:nvSpPr>
          <p:spPr>
            <a:xfrm>
              <a:off x="-615941" y="18502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6"/>
            <p:cNvSpPr/>
            <p:nvPr/>
          </p:nvSpPr>
          <p:spPr>
            <a:xfrm>
              <a:off x="-670700" y="35500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6"/>
            <p:cNvSpPr/>
            <p:nvPr/>
          </p:nvSpPr>
          <p:spPr>
            <a:xfrm>
              <a:off x="7102584" y="1167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6"/>
            <p:cNvSpPr/>
            <p:nvPr/>
          </p:nvSpPr>
          <p:spPr>
            <a:xfrm>
              <a:off x="8744800" y="38237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11" name="Google Shape;211;p57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2" name="Google Shape;212;p57"/>
          <p:cNvGrpSpPr/>
          <p:nvPr/>
        </p:nvGrpSpPr>
        <p:grpSpPr>
          <a:xfrm>
            <a:off x="-1456825" y="71691"/>
            <a:ext cx="12231724" cy="3835006"/>
            <a:chOff x="-1456825" y="71691"/>
            <a:chExt cx="12231724" cy="3835006"/>
          </a:xfrm>
        </p:grpSpPr>
        <p:sp>
          <p:nvSpPr>
            <p:cNvPr id="213" name="Google Shape;213;p57"/>
            <p:cNvSpPr/>
            <p:nvPr/>
          </p:nvSpPr>
          <p:spPr>
            <a:xfrm>
              <a:off x="-1456825" y="7893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7"/>
            <p:cNvSpPr/>
            <p:nvPr/>
          </p:nvSpPr>
          <p:spPr>
            <a:xfrm>
              <a:off x="-388916" y="35783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7"/>
            <p:cNvSpPr/>
            <p:nvPr/>
          </p:nvSpPr>
          <p:spPr>
            <a:xfrm>
              <a:off x="8424000" y="27215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7"/>
            <p:cNvSpPr/>
            <p:nvPr/>
          </p:nvSpPr>
          <p:spPr>
            <a:xfrm>
              <a:off x="5702909" y="716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7"/>
            <p:cNvSpPr/>
            <p:nvPr/>
          </p:nvSpPr>
          <p:spPr>
            <a:xfrm>
              <a:off x="8813875" y="89912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8"/>
          <p:cNvSpPr txBox="1"/>
          <p:nvPr>
            <p:ph type="title"/>
          </p:nvPr>
        </p:nvSpPr>
        <p:spPr>
          <a:xfrm>
            <a:off x="713225" y="3009675"/>
            <a:ext cx="37230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0" name="Google Shape;220;p58"/>
          <p:cNvSpPr txBox="1"/>
          <p:nvPr>
            <p:ph idx="1" type="subTitle"/>
          </p:nvPr>
        </p:nvSpPr>
        <p:spPr>
          <a:xfrm>
            <a:off x="713225" y="1127400"/>
            <a:ext cx="51648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21" name="Google Shape;221;p58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" name="Google Shape;222;p58"/>
          <p:cNvGrpSpPr/>
          <p:nvPr/>
        </p:nvGrpSpPr>
        <p:grpSpPr>
          <a:xfrm>
            <a:off x="1635859" y="144454"/>
            <a:ext cx="8029240" cy="1231397"/>
            <a:chOff x="1635859" y="144454"/>
            <a:chExt cx="8029240" cy="1231397"/>
          </a:xfrm>
        </p:grpSpPr>
        <p:sp>
          <p:nvSpPr>
            <p:cNvPr id="223" name="Google Shape;223;p58"/>
            <p:cNvSpPr/>
            <p:nvPr/>
          </p:nvSpPr>
          <p:spPr>
            <a:xfrm>
              <a:off x="7704075" y="70364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8"/>
            <p:cNvSpPr/>
            <p:nvPr/>
          </p:nvSpPr>
          <p:spPr>
            <a:xfrm>
              <a:off x="5261750" y="3016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8"/>
            <p:cNvSpPr/>
            <p:nvPr/>
          </p:nvSpPr>
          <p:spPr>
            <a:xfrm>
              <a:off x="1635859" y="14445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9"/>
          <p:cNvSpPr txBox="1"/>
          <p:nvPr>
            <p:ph type="title"/>
          </p:nvPr>
        </p:nvSpPr>
        <p:spPr>
          <a:xfrm>
            <a:off x="4390675" y="547375"/>
            <a:ext cx="4040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59"/>
          <p:cNvSpPr txBox="1"/>
          <p:nvPr>
            <p:ph idx="1" type="subTitle"/>
          </p:nvPr>
        </p:nvSpPr>
        <p:spPr>
          <a:xfrm>
            <a:off x="4390675" y="1296103"/>
            <a:ext cx="40401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59"/>
          <p:cNvSpPr txBox="1"/>
          <p:nvPr>
            <p:ph idx="2" type="title"/>
          </p:nvPr>
        </p:nvSpPr>
        <p:spPr>
          <a:xfrm>
            <a:off x="4390675" y="1879000"/>
            <a:ext cx="4040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59"/>
          <p:cNvSpPr txBox="1"/>
          <p:nvPr>
            <p:ph idx="3" type="subTitle"/>
          </p:nvPr>
        </p:nvSpPr>
        <p:spPr>
          <a:xfrm>
            <a:off x="4390675" y="2621664"/>
            <a:ext cx="40401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59"/>
          <p:cNvSpPr txBox="1"/>
          <p:nvPr>
            <p:ph idx="4" type="title"/>
          </p:nvPr>
        </p:nvSpPr>
        <p:spPr>
          <a:xfrm>
            <a:off x="4390675" y="3202664"/>
            <a:ext cx="4040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59"/>
          <p:cNvSpPr txBox="1"/>
          <p:nvPr>
            <p:ph idx="5" type="subTitle"/>
          </p:nvPr>
        </p:nvSpPr>
        <p:spPr>
          <a:xfrm>
            <a:off x="4390675" y="3947226"/>
            <a:ext cx="40401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33" name="Google Shape;233;p59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4" name="Google Shape;234;p59"/>
          <p:cNvGrpSpPr/>
          <p:nvPr/>
        </p:nvGrpSpPr>
        <p:grpSpPr>
          <a:xfrm>
            <a:off x="-438816" y="83948"/>
            <a:ext cx="10182838" cy="4002952"/>
            <a:chOff x="-438816" y="83948"/>
            <a:chExt cx="10182838" cy="4002952"/>
          </a:xfrm>
        </p:grpSpPr>
        <p:sp>
          <p:nvSpPr>
            <p:cNvPr id="235" name="Google Shape;235;p59"/>
            <p:cNvSpPr/>
            <p:nvPr/>
          </p:nvSpPr>
          <p:spPr>
            <a:xfrm>
              <a:off x="2100875" y="8394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59"/>
            <p:cNvSpPr/>
            <p:nvPr/>
          </p:nvSpPr>
          <p:spPr>
            <a:xfrm>
              <a:off x="-438816" y="8181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59"/>
            <p:cNvSpPr/>
            <p:nvPr/>
          </p:nvSpPr>
          <p:spPr>
            <a:xfrm>
              <a:off x="8278725" y="36111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59"/>
            <p:cNvSpPr/>
            <p:nvPr/>
          </p:nvSpPr>
          <p:spPr>
            <a:xfrm>
              <a:off x="8713484" y="17602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0"/>
          <p:cNvSpPr txBox="1"/>
          <p:nvPr>
            <p:ph type="title"/>
          </p:nvPr>
        </p:nvSpPr>
        <p:spPr>
          <a:xfrm>
            <a:off x="4488800" y="668975"/>
            <a:ext cx="39420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1" name="Google Shape;241;p60"/>
          <p:cNvSpPr txBox="1"/>
          <p:nvPr>
            <p:ph idx="1" type="subTitle"/>
          </p:nvPr>
        </p:nvSpPr>
        <p:spPr>
          <a:xfrm>
            <a:off x="4488800" y="1612528"/>
            <a:ext cx="39420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0"/>
          <p:cNvSpPr txBox="1"/>
          <p:nvPr/>
        </p:nvSpPr>
        <p:spPr>
          <a:xfrm>
            <a:off x="4488900" y="3252525"/>
            <a:ext cx="3645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CRÉDITOS: Este modelo foi criado pelo </a:t>
            </a:r>
            <a:r>
              <a:rPr b="1" i="0" lang="pt-BR" sz="12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1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inclui ícones do </a:t>
            </a:r>
            <a:r>
              <a:rPr b="1" i="0" lang="pt-BR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e infográficos e imagens da </a:t>
            </a:r>
            <a:r>
              <a:rPr b="1" i="0" lang="pt-BR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pt-BR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3" name="Google Shape;243;p60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4" name="Google Shape;244;p60"/>
          <p:cNvGrpSpPr/>
          <p:nvPr/>
        </p:nvGrpSpPr>
        <p:grpSpPr>
          <a:xfrm>
            <a:off x="-359175" y="989166"/>
            <a:ext cx="9939422" cy="3365434"/>
            <a:chOff x="-359175" y="989166"/>
            <a:chExt cx="9939422" cy="3365434"/>
          </a:xfrm>
        </p:grpSpPr>
        <p:sp>
          <p:nvSpPr>
            <p:cNvPr id="245" name="Google Shape;245;p60"/>
            <p:cNvSpPr/>
            <p:nvPr/>
          </p:nvSpPr>
          <p:spPr>
            <a:xfrm>
              <a:off x="8549709" y="9891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0"/>
            <p:cNvSpPr/>
            <p:nvPr/>
          </p:nvSpPr>
          <p:spPr>
            <a:xfrm>
              <a:off x="-359175" y="13545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0"/>
            <p:cNvSpPr/>
            <p:nvPr/>
          </p:nvSpPr>
          <p:spPr>
            <a:xfrm>
              <a:off x="8290400" y="38788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61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61"/>
          <p:cNvGrpSpPr/>
          <p:nvPr/>
        </p:nvGrpSpPr>
        <p:grpSpPr>
          <a:xfrm>
            <a:off x="-1012425" y="312154"/>
            <a:ext cx="11154724" cy="3602597"/>
            <a:chOff x="-1012425" y="312154"/>
            <a:chExt cx="11154724" cy="3602597"/>
          </a:xfrm>
        </p:grpSpPr>
        <p:grpSp>
          <p:nvGrpSpPr>
            <p:cNvPr id="251" name="Google Shape;251;p61"/>
            <p:cNvGrpSpPr/>
            <p:nvPr/>
          </p:nvGrpSpPr>
          <p:grpSpPr>
            <a:xfrm>
              <a:off x="-1012425" y="312154"/>
              <a:ext cx="8722697" cy="3602597"/>
              <a:chOff x="-1012425" y="312154"/>
              <a:chExt cx="8722697" cy="3602597"/>
            </a:xfrm>
          </p:grpSpPr>
          <p:sp>
            <p:nvSpPr>
              <p:cNvPr id="252" name="Google Shape;252;p61"/>
              <p:cNvSpPr/>
              <p:nvPr/>
            </p:nvSpPr>
            <p:spPr>
              <a:xfrm>
                <a:off x="-1012425" y="3242548"/>
                <a:ext cx="1961024" cy="672203"/>
              </a:xfrm>
              <a:custGeom>
                <a:rect b="b" l="l" r="r" t="t"/>
                <a:pathLst>
                  <a:path extrusionOk="0" h="895" w="2611">
                    <a:moveTo>
                      <a:pt x="454" y="678"/>
                    </a:moveTo>
                    <a:cubicBezTo>
                      <a:pt x="456" y="674"/>
                      <a:pt x="458" y="670"/>
                      <a:pt x="460" y="666"/>
                    </a:cubicBezTo>
                    <a:cubicBezTo>
                      <a:pt x="494" y="587"/>
                      <a:pt x="546" y="523"/>
                      <a:pt x="613" y="470"/>
                    </a:cubicBezTo>
                    <a:cubicBezTo>
                      <a:pt x="718" y="387"/>
                      <a:pt x="837" y="341"/>
                      <a:pt x="970" y="329"/>
                    </a:cubicBezTo>
                    <a:cubicBezTo>
                      <a:pt x="984" y="327"/>
                      <a:pt x="998" y="326"/>
                      <a:pt x="1012" y="326"/>
                    </a:cubicBezTo>
                    <a:cubicBezTo>
                      <a:pt x="1026" y="325"/>
                      <a:pt x="1039" y="326"/>
                      <a:pt x="1053" y="326"/>
                    </a:cubicBezTo>
                    <a:cubicBezTo>
                      <a:pt x="1056" y="319"/>
                      <a:pt x="1058" y="314"/>
                      <a:pt x="1060" y="308"/>
                    </a:cubicBezTo>
                    <a:cubicBezTo>
                      <a:pt x="1101" y="193"/>
                      <a:pt x="1179" y="110"/>
                      <a:pt x="1287" y="54"/>
                    </a:cubicBezTo>
                    <a:cubicBezTo>
                      <a:pt x="1367" y="13"/>
                      <a:pt x="1453" y="-5"/>
                      <a:pt x="1543" y="1"/>
                    </a:cubicBezTo>
                    <a:cubicBezTo>
                      <a:pt x="1681" y="11"/>
                      <a:pt x="1796" y="68"/>
                      <a:pt x="1879" y="182"/>
                    </a:cubicBezTo>
                    <a:cubicBezTo>
                      <a:pt x="1911" y="227"/>
                      <a:pt x="1931" y="277"/>
                      <a:pt x="1941" y="331"/>
                    </a:cubicBezTo>
                    <a:cubicBezTo>
                      <a:pt x="1942" y="334"/>
                      <a:pt x="1942" y="338"/>
                      <a:pt x="1943" y="343"/>
                    </a:cubicBezTo>
                    <a:cubicBezTo>
                      <a:pt x="1949" y="344"/>
                      <a:pt x="1954" y="346"/>
                      <a:pt x="1960" y="347"/>
                    </a:cubicBezTo>
                    <a:cubicBezTo>
                      <a:pt x="2125" y="383"/>
                      <a:pt x="2272" y="457"/>
                      <a:pt x="2399" y="568"/>
                    </a:cubicBezTo>
                    <a:cubicBezTo>
                      <a:pt x="2489" y="646"/>
                      <a:pt x="2559" y="740"/>
                      <a:pt x="2602" y="852"/>
                    </a:cubicBezTo>
                    <a:cubicBezTo>
                      <a:pt x="2607" y="866"/>
                      <a:pt x="2615" y="879"/>
                      <a:pt x="2610" y="895"/>
                    </a:cubicBezTo>
                    <a:lnTo>
                      <a:pt x="2" y="895"/>
                    </a:lnTo>
                    <a:cubicBezTo>
                      <a:pt x="-3" y="885"/>
                      <a:pt x="1" y="877"/>
                      <a:pt x="6" y="869"/>
                    </a:cubicBezTo>
                    <a:cubicBezTo>
                      <a:pt x="27" y="834"/>
                      <a:pt x="57" y="808"/>
                      <a:pt x="91" y="785"/>
                    </a:cubicBezTo>
                    <a:cubicBezTo>
                      <a:pt x="160" y="740"/>
                      <a:pt x="236" y="712"/>
                      <a:pt x="316" y="697"/>
                    </a:cubicBezTo>
                    <a:cubicBezTo>
                      <a:pt x="358" y="688"/>
                      <a:pt x="402" y="685"/>
                      <a:pt x="445" y="679"/>
                    </a:cubicBezTo>
                    <a:cubicBezTo>
                      <a:pt x="448" y="679"/>
                      <a:pt x="451" y="679"/>
                      <a:pt x="454" y="67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1"/>
              <p:cNvSpPr/>
              <p:nvPr/>
            </p:nvSpPr>
            <p:spPr>
              <a:xfrm>
                <a:off x="148159" y="1172554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61"/>
              <p:cNvSpPr/>
              <p:nvPr/>
            </p:nvSpPr>
            <p:spPr>
              <a:xfrm>
                <a:off x="6679734" y="312154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61"/>
            <p:cNvSpPr/>
            <p:nvPr/>
          </p:nvSpPr>
          <p:spPr>
            <a:xfrm>
              <a:off x="8181275" y="9177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62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8" name="Google Shape;258;p62"/>
          <p:cNvGrpSpPr/>
          <p:nvPr/>
        </p:nvGrpSpPr>
        <p:grpSpPr>
          <a:xfrm>
            <a:off x="-608550" y="144454"/>
            <a:ext cx="10273649" cy="1958171"/>
            <a:chOff x="-608550" y="144454"/>
            <a:chExt cx="10273649" cy="1958171"/>
          </a:xfrm>
        </p:grpSpPr>
        <p:grpSp>
          <p:nvGrpSpPr>
            <p:cNvPr id="259" name="Google Shape;259;p62"/>
            <p:cNvGrpSpPr/>
            <p:nvPr/>
          </p:nvGrpSpPr>
          <p:grpSpPr>
            <a:xfrm>
              <a:off x="1635859" y="144454"/>
              <a:ext cx="8029240" cy="1231397"/>
              <a:chOff x="1635859" y="144454"/>
              <a:chExt cx="8029240" cy="1231397"/>
            </a:xfrm>
          </p:grpSpPr>
          <p:sp>
            <p:nvSpPr>
              <p:cNvPr id="260" name="Google Shape;260;p62"/>
              <p:cNvSpPr/>
              <p:nvPr/>
            </p:nvSpPr>
            <p:spPr>
              <a:xfrm>
                <a:off x="7704075" y="703648"/>
                <a:ext cx="1961024" cy="672203"/>
              </a:xfrm>
              <a:custGeom>
                <a:rect b="b" l="l" r="r" t="t"/>
                <a:pathLst>
                  <a:path extrusionOk="0" h="895" w="2611">
                    <a:moveTo>
                      <a:pt x="454" y="678"/>
                    </a:moveTo>
                    <a:cubicBezTo>
                      <a:pt x="456" y="674"/>
                      <a:pt x="458" y="670"/>
                      <a:pt x="460" y="666"/>
                    </a:cubicBezTo>
                    <a:cubicBezTo>
                      <a:pt x="494" y="587"/>
                      <a:pt x="546" y="523"/>
                      <a:pt x="613" y="470"/>
                    </a:cubicBezTo>
                    <a:cubicBezTo>
                      <a:pt x="718" y="387"/>
                      <a:pt x="837" y="341"/>
                      <a:pt x="970" y="329"/>
                    </a:cubicBezTo>
                    <a:cubicBezTo>
                      <a:pt x="984" y="327"/>
                      <a:pt x="998" y="326"/>
                      <a:pt x="1012" y="326"/>
                    </a:cubicBezTo>
                    <a:cubicBezTo>
                      <a:pt x="1026" y="325"/>
                      <a:pt x="1039" y="326"/>
                      <a:pt x="1053" y="326"/>
                    </a:cubicBezTo>
                    <a:cubicBezTo>
                      <a:pt x="1056" y="319"/>
                      <a:pt x="1058" y="314"/>
                      <a:pt x="1060" y="308"/>
                    </a:cubicBezTo>
                    <a:cubicBezTo>
                      <a:pt x="1101" y="193"/>
                      <a:pt x="1179" y="110"/>
                      <a:pt x="1287" y="54"/>
                    </a:cubicBezTo>
                    <a:cubicBezTo>
                      <a:pt x="1367" y="13"/>
                      <a:pt x="1453" y="-5"/>
                      <a:pt x="1543" y="1"/>
                    </a:cubicBezTo>
                    <a:cubicBezTo>
                      <a:pt x="1681" y="11"/>
                      <a:pt x="1796" y="68"/>
                      <a:pt x="1879" y="182"/>
                    </a:cubicBezTo>
                    <a:cubicBezTo>
                      <a:pt x="1911" y="227"/>
                      <a:pt x="1931" y="277"/>
                      <a:pt x="1941" y="331"/>
                    </a:cubicBezTo>
                    <a:cubicBezTo>
                      <a:pt x="1942" y="334"/>
                      <a:pt x="1942" y="338"/>
                      <a:pt x="1943" y="343"/>
                    </a:cubicBezTo>
                    <a:cubicBezTo>
                      <a:pt x="1949" y="344"/>
                      <a:pt x="1954" y="346"/>
                      <a:pt x="1960" y="347"/>
                    </a:cubicBezTo>
                    <a:cubicBezTo>
                      <a:pt x="2125" y="383"/>
                      <a:pt x="2272" y="457"/>
                      <a:pt x="2399" y="568"/>
                    </a:cubicBezTo>
                    <a:cubicBezTo>
                      <a:pt x="2489" y="646"/>
                      <a:pt x="2559" y="740"/>
                      <a:pt x="2602" y="852"/>
                    </a:cubicBezTo>
                    <a:cubicBezTo>
                      <a:pt x="2607" y="866"/>
                      <a:pt x="2615" y="879"/>
                      <a:pt x="2610" y="895"/>
                    </a:cubicBezTo>
                    <a:lnTo>
                      <a:pt x="2" y="895"/>
                    </a:lnTo>
                    <a:cubicBezTo>
                      <a:pt x="-3" y="885"/>
                      <a:pt x="1" y="877"/>
                      <a:pt x="6" y="869"/>
                    </a:cubicBezTo>
                    <a:cubicBezTo>
                      <a:pt x="27" y="834"/>
                      <a:pt x="57" y="808"/>
                      <a:pt x="91" y="785"/>
                    </a:cubicBezTo>
                    <a:cubicBezTo>
                      <a:pt x="160" y="740"/>
                      <a:pt x="236" y="712"/>
                      <a:pt x="316" y="697"/>
                    </a:cubicBezTo>
                    <a:cubicBezTo>
                      <a:pt x="358" y="688"/>
                      <a:pt x="402" y="685"/>
                      <a:pt x="445" y="679"/>
                    </a:cubicBezTo>
                    <a:cubicBezTo>
                      <a:pt x="448" y="679"/>
                      <a:pt x="451" y="679"/>
                      <a:pt x="454" y="67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2"/>
              <p:cNvSpPr/>
              <p:nvPr/>
            </p:nvSpPr>
            <p:spPr>
              <a:xfrm>
                <a:off x="5261750" y="301600"/>
                <a:ext cx="1235097" cy="475800"/>
              </a:xfrm>
              <a:custGeom>
                <a:rect b="b" l="l" r="r" t="t"/>
                <a:pathLst>
                  <a:path extrusionOk="0" h="663" w="1721">
                    <a:moveTo>
                      <a:pt x="20" y="663"/>
                    </a:moveTo>
                    <a:cubicBezTo>
                      <a:pt x="15" y="640"/>
                      <a:pt x="9" y="620"/>
                      <a:pt x="6" y="599"/>
                    </a:cubicBezTo>
                    <a:cubicBezTo>
                      <a:pt x="-22" y="389"/>
                      <a:pt x="57" y="225"/>
                      <a:pt x="224" y="100"/>
                    </a:cubicBezTo>
                    <a:cubicBezTo>
                      <a:pt x="294" y="47"/>
                      <a:pt x="375" y="15"/>
                      <a:pt x="462" y="5"/>
                    </a:cubicBezTo>
                    <a:cubicBezTo>
                      <a:pt x="646" y="-17"/>
                      <a:pt x="801" y="38"/>
                      <a:pt x="918" y="185"/>
                    </a:cubicBezTo>
                    <a:cubicBezTo>
                      <a:pt x="928" y="197"/>
                      <a:pt x="935" y="209"/>
                      <a:pt x="945" y="223"/>
                    </a:cubicBezTo>
                    <a:cubicBezTo>
                      <a:pt x="952" y="221"/>
                      <a:pt x="960" y="220"/>
                      <a:pt x="968" y="219"/>
                    </a:cubicBezTo>
                    <a:cubicBezTo>
                      <a:pt x="1066" y="202"/>
                      <a:pt x="1162" y="213"/>
                      <a:pt x="1256" y="240"/>
                    </a:cubicBezTo>
                    <a:cubicBezTo>
                      <a:pt x="1390" y="279"/>
                      <a:pt x="1510" y="345"/>
                      <a:pt x="1608" y="446"/>
                    </a:cubicBezTo>
                    <a:cubicBezTo>
                      <a:pt x="1656" y="496"/>
                      <a:pt x="1695" y="551"/>
                      <a:pt x="1715" y="618"/>
                    </a:cubicBezTo>
                    <a:cubicBezTo>
                      <a:pt x="1718" y="625"/>
                      <a:pt x="1720" y="632"/>
                      <a:pt x="1721" y="639"/>
                    </a:cubicBezTo>
                    <a:cubicBezTo>
                      <a:pt x="1722" y="649"/>
                      <a:pt x="1718" y="654"/>
                      <a:pt x="1708" y="656"/>
                    </a:cubicBezTo>
                    <a:cubicBezTo>
                      <a:pt x="1702" y="657"/>
                      <a:pt x="1696" y="658"/>
                      <a:pt x="1690" y="658"/>
                    </a:cubicBezTo>
                    <a:cubicBezTo>
                      <a:pt x="1616" y="658"/>
                      <a:pt x="1541" y="658"/>
                      <a:pt x="1466" y="659"/>
                    </a:cubicBezTo>
                    <a:cubicBezTo>
                      <a:pt x="1256" y="659"/>
                      <a:pt x="1046" y="659"/>
                      <a:pt x="836" y="659"/>
                    </a:cubicBezTo>
                    <a:cubicBezTo>
                      <a:pt x="572" y="660"/>
                      <a:pt x="308" y="662"/>
                      <a:pt x="43" y="663"/>
                    </a:cubicBezTo>
                    <a:cubicBezTo>
                      <a:pt x="37" y="663"/>
                      <a:pt x="31" y="663"/>
                      <a:pt x="20" y="6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2"/>
              <p:cNvSpPr/>
              <p:nvPr/>
            </p:nvSpPr>
            <p:spPr>
              <a:xfrm>
                <a:off x="1635859" y="144454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62"/>
            <p:cNvSpPr/>
            <p:nvPr/>
          </p:nvSpPr>
          <p:spPr>
            <a:xfrm>
              <a:off x="-608550" y="16268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"/>
          <p:cNvSpPr txBox="1"/>
          <p:nvPr>
            <p:ph type="title"/>
          </p:nvPr>
        </p:nvSpPr>
        <p:spPr>
          <a:xfrm>
            <a:off x="895800" y="660750"/>
            <a:ext cx="7660200" cy="40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Bangladesh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Traffic Detection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System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269" name="Google Shape;269;p1"/>
          <p:cNvSpPr txBox="1"/>
          <p:nvPr/>
        </p:nvSpPr>
        <p:spPr>
          <a:xfrm>
            <a:off x="2920350" y="3520125"/>
            <a:ext cx="361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YOLOv8s · FastAPI · Real-Time Web App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CSE468 - Computer Vision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79077d881_1_272"/>
          <p:cNvSpPr txBox="1"/>
          <p:nvPr>
            <p:ph type="title"/>
          </p:nvPr>
        </p:nvSpPr>
        <p:spPr>
          <a:xfrm>
            <a:off x="719988" y="4081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OUR TEAM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75" name="Google Shape;275;g3e79077d881_1_272"/>
          <p:cNvSpPr txBox="1"/>
          <p:nvPr>
            <p:ph idx="1" type="subTitle"/>
          </p:nvPr>
        </p:nvSpPr>
        <p:spPr>
          <a:xfrm>
            <a:off x="763657" y="1887063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2231953642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1300">
                <a:solidFill>
                  <a:srgbClr val="64748B"/>
                </a:solidFill>
              </a:rPr>
              <a:t>Member 1</a:t>
            </a:r>
            <a:endParaRPr b="1" sz="1300">
              <a:solidFill>
                <a:srgbClr val="64748B"/>
              </a:solidFill>
            </a:endParaRPr>
          </a:p>
        </p:txBody>
      </p:sp>
      <p:sp>
        <p:nvSpPr>
          <p:cNvPr id="276" name="Google Shape;276;g3e79077d881_1_272"/>
          <p:cNvSpPr txBox="1"/>
          <p:nvPr>
            <p:ph idx="5" type="subTitle"/>
          </p:nvPr>
        </p:nvSpPr>
        <p:spPr>
          <a:xfrm>
            <a:off x="781732" y="1572563"/>
            <a:ext cx="227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MD.Shazidul Islam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277" name="Google Shape;277;g3e79077d881_1_272"/>
          <p:cNvSpPr txBox="1"/>
          <p:nvPr>
            <p:ph idx="1" type="subTitle"/>
          </p:nvPr>
        </p:nvSpPr>
        <p:spPr>
          <a:xfrm>
            <a:off x="5178126" y="1818838"/>
            <a:ext cx="3240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2233192042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4748B"/>
                </a:solidFill>
              </a:rPr>
              <a:t>Member 2</a:t>
            </a:r>
            <a:endParaRPr b="1"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278" name="Google Shape;278;g3e79077d881_1_272"/>
          <p:cNvSpPr txBox="1"/>
          <p:nvPr>
            <p:ph idx="5" type="subTitle"/>
          </p:nvPr>
        </p:nvSpPr>
        <p:spPr>
          <a:xfrm>
            <a:off x="5178132" y="1481463"/>
            <a:ext cx="25197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Rafiul Omar Rafi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279" name="Google Shape;279;g3e79077d881_1_272"/>
          <p:cNvSpPr txBox="1"/>
          <p:nvPr>
            <p:ph idx="1" type="subTitle"/>
          </p:nvPr>
        </p:nvSpPr>
        <p:spPr>
          <a:xfrm>
            <a:off x="725557" y="3472338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2232581642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4748B"/>
                </a:solidFill>
              </a:rPr>
              <a:t>Member 3</a:t>
            </a:r>
            <a:endParaRPr b="1"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280" name="Google Shape;280;g3e79077d881_1_272"/>
          <p:cNvSpPr txBox="1"/>
          <p:nvPr>
            <p:ph idx="5" type="subTitle"/>
          </p:nvPr>
        </p:nvSpPr>
        <p:spPr>
          <a:xfrm>
            <a:off x="743631" y="3157838"/>
            <a:ext cx="27630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Farhan Ahmed Fahim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281" name="Google Shape;281;g3e79077d881_1_272"/>
          <p:cNvSpPr txBox="1"/>
          <p:nvPr>
            <p:ph idx="1" type="subTitle"/>
          </p:nvPr>
        </p:nvSpPr>
        <p:spPr>
          <a:xfrm>
            <a:off x="5140027" y="3404138"/>
            <a:ext cx="2946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2031459642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4748B"/>
                </a:solidFill>
              </a:rPr>
              <a:t>Member 4</a:t>
            </a:r>
            <a:endParaRPr b="1"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282" name="Google Shape;282;g3e79077d881_1_272"/>
          <p:cNvSpPr txBox="1"/>
          <p:nvPr>
            <p:ph idx="5" type="subTitle"/>
          </p:nvPr>
        </p:nvSpPr>
        <p:spPr>
          <a:xfrm>
            <a:off x="5140032" y="3066763"/>
            <a:ext cx="27075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Md.Naimul Hossain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79077d881_1_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</a:rPr>
              <a:t>The Problem</a:t>
            </a:r>
            <a:endParaRPr/>
          </a:p>
        </p:txBody>
      </p:sp>
      <p:sp>
        <p:nvSpPr>
          <p:cNvPr id="288" name="Google Shape;288;g3e79077d881_1_4"/>
          <p:cNvSpPr txBox="1"/>
          <p:nvPr>
            <p:ph idx="1" type="subTitle"/>
          </p:nvPr>
        </p:nvSpPr>
        <p:spPr>
          <a:xfrm>
            <a:off x="702484" y="1798104"/>
            <a:ext cx="31323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pt-BR">
                <a:solidFill>
                  <a:srgbClr val="64748B"/>
                </a:solidFill>
              </a:rPr>
              <a:t>Dhaka loses ~3.2 million working hours daily to congestion — one of the highest in the world.</a:t>
            </a:r>
            <a:endParaRPr/>
          </a:p>
        </p:txBody>
      </p:sp>
      <p:sp>
        <p:nvSpPr>
          <p:cNvPr id="289" name="Google Shape;289;g3e79077d881_1_4"/>
          <p:cNvSpPr txBox="1"/>
          <p:nvPr>
            <p:ph idx="2" type="subTitle"/>
          </p:nvPr>
        </p:nvSpPr>
        <p:spPr>
          <a:xfrm>
            <a:off x="4692350" y="1806375"/>
            <a:ext cx="34578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pt-BR" sz="1300">
                <a:solidFill>
                  <a:srgbClr val="64748B"/>
                </a:solidFill>
              </a:rPr>
              <a:t>COCO-trained YOLO detects 0 rickshaws, 0 CNGs, 0 legunас. These classes simply don't exist in Western datasets.</a:t>
            </a:r>
            <a:endParaRPr sz="1300"/>
          </a:p>
        </p:txBody>
      </p:sp>
      <p:sp>
        <p:nvSpPr>
          <p:cNvPr id="290" name="Google Shape;290;g3e79077d881_1_4"/>
          <p:cNvSpPr txBox="1"/>
          <p:nvPr>
            <p:ph idx="4" type="subTitle"/>
          </p:nvPr>
        </p:nvSpPr>
        <p:spPr>
          <a:xfrm>
            <a:off x="2676750" y="3518077"/>
            <a:ext cx="3790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pt-BR">
                <a:solidFill>
                  <a:srgbClr val="64748B"/>
                </a:solidFill>
              </a:rPr>
              <a:t>No accessible web tool exists for Bangladeshi traffic analysis, classification, and congestion scoring combined.</a:t>
            </a:r>
            <a:endParaRPr/>
          </a:p>
        </p:txBody>
      </p:sp>
      <p:sp>
        <p:nvSpPr>
          <p:cNvPr id="291" name="Google Shape;291;g3e79077d881_1_4"/>
          <p:cNvSpPr txBox="1"/>
          <p:nvPr>
            <p:ph idx="5" type="subTitle"/>
          </p:nvPr>
        </p:nvSpPr>
        <p:spPr>
          <a:xfrm>
            <a:off x="702473" y="1415947"/>
            <a:ext cx="31323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None/>
            </a:pPr>
            <a:r>
              <a:rPr lang="pt-BR" sz="1800">
                <a:solidFill>
                  <a:srgbClr val="0D1B3E"/>
                </a:solidFill>
              </a:rPr>
              <a:t>World's Worst Traffic</a:t>
            </a:r>
            <a:endParaRPr sz="1800"/>
          </a:p>
        </p:txBody>
      </p:sp>
      <p:sp>
        <p:nvSpPr>
          <p:cNvPr id="292" name="Google Shape;292;g3e79077d881_1_4"/>
          <p:cNvSpPr txBox="1"/>
          <p:nvPr>
            <p:ph idx="6" type="subTitle"/>
          </p:nvPr>
        </p:nvSpPr>
        <p:spPr>
          <a:xfrm>
            <a:off x="4692342" y="1424229"/>
            <a:ext cx="34578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None/>
            </a:pPr>
            <a:r>
              <a:rPr lang="pt-BR" sz="1800">
                <a:solidFill>
                  <a:srgbClr val="0D1B3E"/>
                </a:solidFill>
              </a:rPr>
              <a:t>Standard Models Fail</a:t>
            </a:r>
            <a:endParaRPr sz="1800"/>
          </a:p>
        </p:txBody>
      </p:sp>
      <p:sp>
        <p:nvSpPr>
          <p:cNvPr id="293" name="Google Shape;293;g3e79077d881_1_4"/>
          <p:cNvSpPr txBox="1"/>
          <p:nvPr>
            <p:ph idx="8" type="subTitle"/>
          </p:nvPr>
        </p:nvSpPr>
        <p:spPr>
          <a:xfrm>
            <a:off x="2676753" y="3135975"/>
            <a:ext cx="3790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None/>
            </a:pPr>
            <a:r>
              <a:rPr lang="pt-BR" sz="1800">
                <a:solidFill>
                  <a:srgbClr val="0D1B3E"/>
                </a:solidFill>
              </a:rPr>
              <a:t>No Monitoring Tool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79077d881_1_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Our Solution</a:t>
            </a:r>
            <a:endParaRPr/>
          </a:p>
        </p:txBody>
      </p:sp>
      <p:sp>
        <p:nvSpPr>
          <p:cNvPr id="299" name="Google Shape;299;g3e79077d881_1_22"/>
          <p:cNvSpPr txBox="1"/>
          <p:nvPr>
            <p:ph idx="2" type="subTitle"/>
          </p:nvPr>
        </p:nvSpPr>
        <p:spPr>
          <a:xfrm>
            <a:off x="728861" y="1547865"/>
            <a:ext cx="4116600" cy="26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YOLOv8s model — 11 Bangladesh-specific 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FastAPI web backend —</a:t>
            </a:r>
            <a:r>
              <a:rPr lang="pt-BR"/>
              <a:t> </a:t>
            </a:r>
            <a:r>
              <a:rPr lang="pt-BR"/>
              <a:t>REST API with JWT auth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6-page web frontend — no framework, pure 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Real-time congestion scoring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SQLite database — full detection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Annotated image download &amp; delete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79077d881_1_22"/>
          <p:cNvSpPr txBox="1"/>
          <p:nvPr>
            <p:ph idx="3" type="subTitle"/>
          </p:nvPr>
        </p:nvSpPr>
        <p:spPr>
          <a:xfrm>
            <a:off x="5078500" y="844826"/>
            <a:ext cx="27936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Classes</a:t>
            </a:r>
            <a:endParaRPr/>
          </a:p>
        </p:txBody>
      </p:sp>
      <p:sp>
        <p:nvSpPr>
          <p:cNvPr id="301" name="Google Shape;301;g3e79077d881_1_22"/>
          <p:cNvSpPr txBox="1"/>
          <p:nvPr>
            <p:ph idx="4" type="subTitle"/>
          </p:nvPr>
        </p:nvSpPr>
        <p:spPr>
          <a:xfrm>
            <a:off x="1470662" y="844828"/>
            <a:ext cx="27936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What we Built</a:t>
            </a:r>
            <a:endParaRPr/>
          </a:p>
        </p:txBody>
      </p:sp>
      <p:sp>
        <p:nvSpPr>
          <p:cNvPr id="302" name="Google Shape;302;g3e79077d881_1_22"/>
          <p:cNvSpPr/>
          <p:nvPr/>
        </p:nvSpPr>
        <p:spPr>
          <a:xfrm>
            <a:off x="5102078" y="16813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bicycles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g3e79077d881_1_22"/>
          <p:cNvSpPr/>
          <p:nvPr/>
        </p:nvSpPr>
        <p:spPr>
          <a:xfrm>
            <a:off x="6427276" y="16813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bus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g3e79077d881_1_22"/>
          <p:cNvSpPr/>
          <p:nvPr/>
        </p:nvSpPr>
        <p:spPr>
          <a:xfrm>
            <a:off x="7651453" y="16813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car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g3e79077d881_1_22"/>
          <p:cNvSpPr/>
          <p:nvPr/>
        </p:nvSpPr>
        <p:spPr>
          <a:xfrm>
            <a:off x="5123641" y="22545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cng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g3e79077d881_1_22"/>
          <p:cNvSpPr/>
          <p:nvPr/>
        </p:nvSpPr>
        <p:spPr>
          <a:xfrm>
            <a:off x="6448838" y="22545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leguna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g3e79077d881_1_22"/>
          <p:cNvSpPr/>
          <p:nvPr/>
        </p:nvSpPr>
        <p:spPr>
          <a:xfrm>
            <a:off x="7673016" y="22545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manual van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g3e79077d881_1_22"/>
          <p:cNvSpPr/>
          <p:nvPr/>
        </p:nvSpPr>
        <p:spPr>
          <a:xfrm>
            <a:off x="5123641" y="28277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motors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g3e79077d881_1_22"/>
          <p:cNvSpPr/>
          <p:nvPr/>
        </p:nvSpPr>
        <p:spPr>
          <a:xfrm>
            <a:off x="6448838" y="28277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others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g3e79077d881_1_22"/>
          <p:cNvSpPr/>
          <p:nvPr/>
        </p:nvSpPr>
        <p:spPr>
          <a:xfrm>
            <a:off x="7673016" y="28277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pedestrian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g3e79077d881_1_22"/>
          <p:cNvSpPr/>
          <p:nvPr/>
        </p:nvSpPr>
        <p:spPr>
          <a:xfrm>
            <a:off x="5123641" y="34009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rickshaw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g3e79077d881_1_22"/>
          <p:cNvSpPr/>
          <p:nvPr/>
        </p:nvSpPr>
        <p:spPr>
          <a:xfrm>
            <a:off x="6448838" y="34009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truck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79077d881_1_43"/>
          <p:cNvSpPr txBox="1"/>
          <p:nvPr>
            <p:ph type="title"/>
          </p:nvPr>
        </p:nvSpPr>
        <p:spPr>
          <a:xfrm>
            <a:off x="794525" y="31997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Dataset And Modelling</a:t>
            </a:r>
            <a:endParaRPr/>
          </a:p>
        </p:txBody>
      </p:sp>
      <p:sp>
        <p:nvSpPr>
          <p:cNvPr id="318" name="Google Shape;318;g3e79077d881_1_43"/>
          <p:cNvSpPr txBox="1"/>
          <p:nvPr/>
        </p:nvSpPr>
        <p:spPr>
          <a:xfrm>
            <a:off x="59635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Drone DataSet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g3e79077d881_1_43"/>
          <p:cNvSpPr txBox="1"/>
          <p:nvPr/>
        </p:nvSpPr>
        <p:spPr>
          <a:xfrm>
            <a:off x="596350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Traffic Drone Data — Bangladesh (Roboflow)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Drone-captured Dhaka traffic images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g3e79077d881_1_43"/>
          <p:cNvSpPr txBox="1"/>
          <p:nvPr/>
        </p:nvSpPr>
        <p:spPr>
          <a:xfrm>
            <a:off x="2037516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Augmentation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g3e79077d881_1_43"/>
          <p:cNvSpPr txBox="1"/>
          <p:nvPr/>
        </p:nvSpPr>
        <p:spPr>
          <a:xfrm>
            <a:off x="2140241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 Dhaka Dataset merged to boost bicycle, motor &amp; pedestrian classes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g3e79077d881_1_43"/>
          <p:cNvSpPr txBox="1"/>
          <p:nvPr/>
        </p:nvSpPr>
        <p:spPr>
          <a:xfrm>
            <a:off x="379350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80/20 split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g3e79077d881_1_43"/>
          <p:cNvSpPr txBox="1"/>
          <p:nvPr/>
        </p:nvSpPr>
        <p:spPr>
          <a:xfrm>
            <a:off x="3793500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Seeded random split (seed=42)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reproducible train/val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g3e79077d881_1_43"/>
          <p:cNvSpPr txBox="1"/>
          <p:nvPr/>
        </p:nvSpPr>
        <p:spPr>
          <a:xfrm>
            <a:off x="535050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YOLO v8 Train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g3e79077d881_1_43"/>
          <p:cNvSpPr txBox="1"/>
          <p:nvPr/>
        </p:nvSpPr>
        <p:spPr>
          <a:xfrm>
            <a:off x="5350500" y="1697875"/>
            <a:ext cx="1341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120 epochs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AdamW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Mosaic + MixUp augmentation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Early stopping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g3e79077d881_1_43"/>
          <p:cNvSpPr txBox="1"/>
          <p:nvPr/>
        </p:nvSpPr>
        <p:spPr>
          <a:xfrm>
            <a:off x="690750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best.pt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g3e79077d881_1_43"/>
          <p:cNvSpPr txBox="1"/>
          <p:nvPr/>
        </p:nvSpPr>
        <p:spPr>
          <a:xfrm>
            <a:off x="6907500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Final model weights deployed into the FastAPI web application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g3e79077d881_1_43"/>
          <p:cNvSpPr/>
          <p:nvPr/>
        </p:nvSpPr>
        <p:spPr>
          <a:xfrm>
            <a:off x="457200" y="475488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Training was performed on Google Colab with NVIDIA T4 GPU · Notebook upgraded from 91 → 33 clean cells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79077d881_1_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 Performance Results</a:t>
            </a:r>
            <a:endParaRPr/>
          </a:p>
        </p:txBody>
      </p:sp>
      <p:sp>
        <p:nvSpPr>
          <p:cNvPr id="334" name="Google Shape;334;g3e79077d881_1_62"/>
          <p:cNvSpPr txBox="1"/>
          <p:nvPr>
            <p:ph idx="1" type="subTitle"/>
          </p:nvPr>
        </p:nvSpPr>
        <p:spPr>
          <a:xfrm>
            <a:off x="633267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79077d881_1_62"/>
          <p:cNvSpPr txBox="1"/>
          <p:nvPr>
            <p:ph idx="5" type="title"/>
          </p:nvPr>
        </p:nvSpPr>
        <p:spPr>
          <a:xfrm>
            <a:off x="712023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72.8%</a:t>
            </a:r>
            <a:endParaRPr/>
          </a:p>
        </p:txBody>
      </p:sp>
      <p:pic>
        <p:nvPicPr>
          <p:cNvPr id="336" name="Google Shape;336;g3e79077d881_1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10" y="2201900"/>
            <a:ext cx="8412600" cy="23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e79077d881_1_62"/>
          <p:cNvSpPr txBox="1"/>
          <p:nvPr>
            <p:ph idx="1" type="subTitle"/>
          </p:nvPr>
        </p:nvSpPr>
        <p:spPr>
          <a:xfrm>
            <a:off x="2533292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precision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79077d881_1_62"/>
          <p:cNvSpPr txBox="1"/>
          <p:nvPr>
            <p:ph idx="5" type="title"/>
          </p:nvPr>
        </p:nvSpPr>
        <p:spPr>
          <a:xfrm>
            <a:off x="2612048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77.8%</a:t>
            </a:r>
            <a:endParaRPr/>
          </a:p>
        </p:txBody>
      </p:sp>
      <p:sp>
        <p:nvSpPr>
          <p:cNvPr id="339" name="Google Shape;339;g3e79077d881_1_62"/>
          <p:cNvSpPr txBox="1"/>
          <p:nvPr>
            <p:ph idx="1" type="subTitle"/>
          </p:nvPr>
        </p:nvSpPr>
        <p:spPr>
          <a:xfrm>
            <a:off x="4711617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79077d881_1_62"/>
          <p:cNvSpPr txBox="1"/>
          <p:nvPr>
            <p:ph idx="5" type="title"/>
          </p:nvPr>
        </p:nvSpPr>
        <p:spPr>
          <a:xfrm>
            <a:off x="4790373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64.8</a:t>
            </a:r>
            <a:r>
              <a:rPr lang="pt-BR"/>
              <a:t>%</a:t>
            </a:r>
            <a:endParaRPr/>
          </a:p>
        </p:txBody>
      </p:sp>
      <p:sp>
        <p:nvSpPr>
          <p:cNvPr id="341" name="Google Shape;341;g3e79077d881_1_62"/>
          <p:cNvSpPr txBox="1"/>
          <p:nvPr>
            <p:ph idx="1" type="subTitle"/>
          </p:nvPr>
        </p:nvSpPr>
        <p:spPr>
          <a:xfrm>
            <a:off x="6611642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epochs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79077d881_1_62"/>
          <p:cNvSpPr txBox="1"/>
          <p:nvPr>
            <p:ph idx="5" type="title"/>
          </p:nvPr>
        </p:nvSpPr>
        <p:spPr>
          <a:xfrm>
            <a:off x="6690398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120</a:t>
            </a:r>
            <a:endParaRPr/>
          </a:p>
        </p:txBody>
      </p:sp>
      <p:sp>
        <p:nvSpPr>
          <p:cNvPr id="343" name="Google Shape;343;g3e79077d881_1_62"/>
          <p:cNvSpPr/>
          <p:nvPr/>
        </p:nvSpPr>
        <p:spPr>
          <a:xfrm>
            <a:off x="457200" y="4693257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Teal ≥ 50%   Orange ≥ 30%   Red &lt; 30%   (mAP50 per class)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79077d881_1_87"/>
          <p:cNvSpPr txBox="1"/>
          <p:nvPr>
            <p:ph type="title"/>
          </p:nvPr>
        </p:nvSpPr>
        <p:spPr>
          <a:xfrm>
            <a:off x="720000" y="254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System Architecture</a:t>
            </a:r>
            <a:endParaRPr/>
          </a:p>
        </p:txBody>
      </p:sp>
      <p:sp>
        <p:nvSpPr>
          <p:cNvPr id="349" name="Google Shape;349;g3e79077d881_1_87"/>
          <p:cNvSpPr/>
          <p:nvPr/>
        </p:nvSpPr>
        <p:spPr>
          <a:xfrm>
            <a:off x="365760" y="1051560"/>
            <a:ext cx="2743200" cy="4023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79077d881_1_87"/>
          <p:cNvSpPr/>
          <p:nvPr/>
        </p:nvSpPr>
        <p:spPr>
          <a:xfrm>
            <a:off x="365760" y="1051560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pt-BR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FRONTEND LAYER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g3e79077d881_1_87"/>
          <p:cNvSpPr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79077d881_1_87"/>
          <p:cNvSpPr/>
          <p:nvPr/>
        </p:nvSpPr>
        <p:spPr>
          <a:xfrm>
            <a:off x="502920" y="1481328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Login / Signup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g3e79077d881_1_87"/>
          <p:cNvSpPr/>
          <p:nvPr/>
        </p:nvSpPr>
        <p:spPr>
          <a:xfrm>
            <a:off x="365760" y="1993392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79077d881_1_87"/>
          <p:cNvSpPr/>
          <p:nvPr/>
        </p:nvSpPr>
        <p:spPr>
          <a:xfrm>
            <a:off x="502920" y="1993392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g3e79077d881_1_87"/>
          <p:cNvSpPr/>
          <p:nvPr/>
        </p:nvSpPr>
        <p:spPr>
          <a:xfrm>
            <a:off x="365760" y="250545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79077d881_1_87"/>
          <p:cNvSpPr/>
          <p:nvPr/>
        </p:nvSpPr>
        <p:spPr>
          <a:xfrm>
            <a:off x="502920" y="2505456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Detect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g3e79077d881_1_87"/>
          <p:cNvSpPr/>
          <p:nvPr/>
        </p:nvSpPr>
        <p:spPr>
          <a:xfrm>
            <a:off x="365760" y="3017520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79077d881_1_87"/>
          <p:cNvSpPr/>
          <p:nvPr/>
        </p:nvSpPr>
        <p:spPr>
          <a:xfrm>
            <a:off x="502920" y="301752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History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g3e79077d881_1_87"/>
          <p:cNvSpPr/>
          <p:nvPr/>
        </p:nvSpPr>
        <p:spPr>
          <a:xfrm>
            <a:off x="365760" y="35295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79077d881_1_87"/>
          <p:cNvSpPr/>
          <p:nvPr/>
        </p:nvSpPr>
        <p:spPr>
          <a:xfrm>
            <a:off x="502920" y="352958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Performance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g3e79077d881_1_87"/>
          <p:cNvSpPr/>
          <p:nvPr/>
        </p:nvSpPr>
        <p:spPr>
          <a:xfrm>
            <a:off x="365760" y="4069080"/>
            <a:ext cx="2743200" cy="347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79077d881_1_87"/>
          <p:cNvSpPr/>
          <p:nvPr/>
        </p:nvSpPr>
        <p:spPr>
          <a:xfrm>
            <a:off x="36576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950"/>
              <a:buFont typeface="Calibri"/>
              <a:buNone/>
            </a:pPr>
            <a:r>
              <a:rPr i="1" lang="pt-BR" sz="950">
                <a:solidFill>
                  <a:srgbClr val="0369A1"/>
                </a:solidFill>
                <a:latin typeface="Open Sans"/>
                <a:ea typeface="Open Sans"/>
                <a:cs typeface="Open Sans"/>
                <a:sym typeface="Open Sans"/>
              </a:rPr>
              <a:t>HTML5 · CSS3 · Vanilla JS</a:t>
            </a:r>
            <a:endParaRPr sz="95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3" name="Google Shape;363;g3e79077d881_1_87"/>
          <p:cNvCxnSpPr/>
          <p:nvPr/>
        </p:nvCxnSpPr>
        <p:spPr>
          <a:xfrm>
            <a:off x="3127248" y="2697480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g3e79077d881_1_87"/>
          <p:cNvSpPr/>
          <p:nvPr/>
        </p:nvSpPr>
        <p:spPr>
          <a:xfrm>
            <a:off x="3291840" y="1051560"/>
            <a:ext cx="2743200" cy="402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79077d881_1_87"/>
          <p:cNvSpPr/>
          <p:nvPr/>
        </p:nvSpPr>
        <p:spPr>
          <a:xfrm>
            <a:off x="3291840" y="1051560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pt-BR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LAYER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g3e79077d881_1_87"/>
          <p:cNvSpPr/>
          <p:nvPr/>
        </p:nvSpPr>
        <p:spPr>
          <a:xfrm>
            <a:off x="3291840" y="148132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79077d881_1_87"/>
          <p:cNvSpPr/>
          <p:nvPr/>
        </p:nvSpPr>
        <p:spPr>
          <a:xfrm>
            <a:off x="3429000" y="1481328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JWT Auth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g3e79077d881_1_87"/>
          <p:cNvSpPr/>
          <p:nvPr/>
        </p:nvSpPr>
        <p:spPr>
          <a:xfrm>
            <a:off x="3291840" y="1993392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79077d881_1_87"/>
          <p:cNvSpPr/>
          <p:nvPr/>
        </p:nvSpPr>
        <p:spPr>
          <a:xfrm>
            <a:off x="3429000" y="1993392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/api/detect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g3e79077d881_1_87"/>
          <p:cNvSpPr/>
          <p:nvPr/>
        </p:nvSpPr>
        <p:spPr>
          <a:xfrm>
            <a:off x="3291840" y="250545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79077d881_1_87"/>
          <p:cNvSpPr/>
          <p:nvPr/>
        </p:nvSpPr>
        <p:spPr>
          <a:xfrm>
            <a:off x="3429000" y="2505456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/api/stats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g3e79077d881_1_87"/>
          <p:cNvSpPr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79077d881_1_87"/>
          <p:cNvSpPr/>
          <p:nvPr/>
        </p:nvSpPr>
        <p:spPr>
          <a:xfrm>
            <a:off x="3429000" y="301752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/api/history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g3e79077d881_1_87"/>
          <p:cNvSpPr/>
          <p:nvPr/>
        </p:nvSpPr>
        <p:spPr>
          <a:xfrm>
            <a:off x="3291840" y="35295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79077d881_1_87"/>
          <p:cNvSpPr/>
          <p:nvPr/>
        </p:nvSpPr>
        <p:spPr>
          <a:xfrm>
            <a:off x="3429000" y="352958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/api/performance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g3e79077d881_1_87"/>
          <p:cNvSpPr/>
          <p:nvPr/>
        </p:nvSpPr>
        <p:spPr>
          <a:xfrm>
            <a:off x="3291840" y="4069080"/>
            <a:ext cx="2743200" cy="347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79077d881_1_87"/>
          <p:cNvSpPr/>
          <p:nvPr/>
        </p:nvSpPr>
        <p:spPr>
          <a:xfrm>
            <a:off x="329184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950"/>
              <a:buFont typeface="Calibri"/>
              <a:buNone/>
            </a:pPr>
            <a:r>
              <a:rPr i="1" lang="pt-BR" sz="950">
                <a:solidFill>
                  <a:srgbClr val="0369A1"/>
                </a:solidFill>
                <a:latin typeface="Open Sans"/>
                <a:ea typeface="Open Sans"/>
                <a:cs typeface="Open Sans"/>
                <a:sym typeface="Open Sans"/>
              </a:rPr>
              <a:t>FastAPI · Uvicorn · Pydantic</a:t>
            </a:r>
            <a:endParaRPr sz="95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8" name="Google Shape;378;g3e79077d881_1_87"/>
          <p:cNvCxnSpPr/>
          <p:nvPr/>
        </p:nvCxnSpPr>
        <p:spPr>
          <a:xfrm>
            <a:off x="6053328" y="2697480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g3e79077d881_1_87"/>
          <p:cNvSpPr/>
          <p:nvPr/>
        </p:nvSpPr>
        <p:spPr>
          <a:xfrm>
            <a:off x="6217920" y="1051560"/>
            <a:ext cx="2743200" cy="4023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79077d881_1_87"/>
          <p:cNvSpPr/>
          <p:nvPr/>
        </p:nvSpPr>
        <p:spPr>
          <a:xfrm>
            <a:off x="6217920" y="1051560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pt-BR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LAYER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g3e79077d881_1_87"/>
          <p:cNvSpPr/>
          <p:nvPr/>
        </p:nvSpPr>
        <p:spPr>
          <a:xfrm>
            <a:off x="6217920" y="148132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79077d881_1_87"/>
          <p:cNvSpPr/>
          <p:nvPr/>
        </p:nvSpPr>
        <p:spPr>
          <a:xfrm>
            <a:off x="6355080" y="1481328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User model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g3e79077d881_1_87"/>
          <p:cNvSpPr/>
          <p:nvPr/>
        </p:nvSpPr>
        <p:spPr>
          <a:xfrm>
            <a:off x="6217920" y="1993392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79077d881_1_87"/>
          <p:cNvSpPr/>
          <p:nvPr/>
        </p:nvSpPr>
        <p:spPr>
          <a:xfrm>
            <a:off x="6355080" y="1993392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Detection model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g3e79077d881_1_87"/>
          <p:cNvSpPr/>
          <p:nvPr/>
        </p:nvSpPr>
        <p:spPr>
          <a:xfrm>
            <a:off x="6217920" y="250545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79077d881_1_87"/>
          <p:cNvSpPr/>
          <p:nvPr/>
        </p:nvSpPr>
        <p:spPr>
          <a:xfrm>
            <a:off x="6355080" y="2505456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SQLite DB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g3e79077d881_1_87"/>
          <p:cNvSpPr/>
          <p:nvPr/>
        </p:nvSpPr>
        <p:spPr>
          <a:xfrm>
            <a:off x="6217920" y="3017520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79077d881_1_87"/>
          <p:cNvSpPr/>
          <p:nvPr/>
        </p:nvSpPr>
        <p:spPr>
          <a:xfrm>
            <a:off x="6355080" y="301752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Uploads folder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g3e79077d881_1_87"/>
          <p:cNvSpPr/>
          <p:nvPr/>
        </p:nvSpPr>
        <p:spPr>
          <a:xfrm>
            <a:off x="6217920" y="35295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79077d881_1_87"/>
          <p:cNvSpPr/>
          <p:nvPr/>
        </p:nvSpPr>
        <p:spPr>
          <a:xfrm>
            <a:off x="6355080" y="352958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best.pt model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g3e79077d881_1_87"/>
          <p:cNvSpPr/>
          <p:nvPr/>
        </p:nvSpPr>
        <p:spPr>
          <a:xfrm>
            <a:off x="6217920" y="4069080"/>
            <a:ext cx="2743200" cy="347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79077d881_1_87"/>
          <p:cNvSpPr/>
          <p:nvPr/>
        </p:nvSpPr>
        <p:spPr>
          <a:xfrm>
            <a:off x="621792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950"/>
              <a:buFont typeface="Calibri"/>
              <a:buNone/>
            </a:pPr>
            <a:r>
              <a:rPr i="1" lang="pt-BR" sz="950">
                <a:solidFill>
                  <a:srgbClr val="0369A1"/>
                </a:solidFill>
                <a:latin typeface="Open Sans"/>
                <a:ea typeface="Open Sans"/>
                <a:cs typeface="Open Sans"/>
                <a:sym typeface="Open Sans"/>
              </a:rPr>
              <a:t>SQLAlchemy · OpenCV · YOLOv8s</a:t>
            </a:r>
            <a:endParaRPr sz="95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79077d881_1_1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Web Application Features</a:t>
            </a:r>
            <a:endParaRPr/>
          </a:p>
        </p:txBody>
      </p:sp>
      <p:sp>
        <p:nvSpPr>
          <p:cNvPr id="398" name="Google Shape;398;g3e79077d881_1_135"/>
          <p:cNvSpPr txBox="1"/>
          <p:nvPr>
            <p:ph idx="1" type="subTitle"/>
          </p:nvPr>
        </p:nvSpPr>
        <p:spPr>
          <a:xfrm>
            <a:off x="1340266" y="1789816"/>
            <a:ext cx="17739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Secure signup &amp; login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 7-day token expiry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79077d881_1_135"/>
          <p:cNvSpPr txBox="1"/>
          <p:nvPr>
            <p:ph idx="5" type="subTitle"/>
          </p:nvPr>
        </p:nvSpPr>
        <p:spPr>
          <a:xfrm>
            <a:off x="1358349" y="1475325"/>
            <a:ext cx="1499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JWT Auth</a:t>
            </a:r>
            <a:endParaRPr sz="1800"/>
          </a:p>
        </p:txBody>
      </p:sp>
      <p:sp>
        <p:nvSpPr>
          <p:cNvPr id="400" name="Google Shape;400;g3e79077d881_1_135"/>
          <p:cNvSpPr txBox="1"/>
          <p:nvPr>
            <p:ph idx="1" type="subTitle"/>
          </p:nvPr>
        </p:nvSpPr>
        <p:spPr>
          <a:xfrm>
            <a:off x="3551584" y="1721603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Upload image → YOLOv8s → annotated result with colour-coded boxes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79077d881_1_135"/>
          <p:cNvSpPr txBox="1"/>
          <p:nvPr>
            <p:ph idx="5" type="subTitle"/>
          </p:nvPr>
        </p:nvSpPr>
        <p:spPr>
          <a:xfrm>
            <a:off x="3551574" y="1384225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1800"/>
          </a:p>
        </p:txBody>
      </p:sp>
      <p:sp>
        <p:nvSpPr>
          <p:cNvPr id="402" name="Google Shape;402;g3e79077d881_1_135"/>
          <p:cNvSpPr txBox="1"/>
          <p:nvPr>
            <p:ph idx="1" type="subTitle"/>
          </p:nvPr>
        </p:nvSpPr>
        <p:spPr>
          <a:xfrm>
            <a:off x="5829294" y="173185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Adjust threshold 0.10–0.90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fine-grained control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79077d881_1_135"/>
          <p:cNvSpPr txBox="1"/>
          <p:nvPr>
            <p:ph idx="5" type="subTitle"/>
          </p:nvPr>
        </p:nvSpPr>
        <p:spPr>
          <a:xfrm>
            <a:off x="5812729" y="1450477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Confidence  Slider</a:t>
            </a:r>
            <a:endParaRPr sz="1800"/>
          </a:p>
        </p:txBody>
      </p:sp>
      <p:sp>
        <p:nvSpPr>
          <p:cNvPr id="404" name="Google Shape;404;g3e79077d881_1_135"/>
          <p:cNvSpPr txBox="1"/>
          <p:nvPr>
            <p:ph idx="1" type="subTitle"/>
          </p:nvPr>
        </p:nvSpPr>
        <p:spPr>
          <a:xfrm>
            <a:off x="1302175" y="337510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Weighted vehicle count → Low / Moderate / High / Severe badge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79077d881_1_135"/>
          <p:cNvSpPr txBox="1"/>
          <p:nvPr>
            <p:ph idx="5" type="subTitle"/>
          </p:nvPr>
        </p:nvSpPr>
        <p:spPr>
          <a:xfrm>
            <a:off x="1320250" y="3060609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Congestion Score</a:t>
            </a:r>
            <a:endParaRPr sz="18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79077d881_1_135"/>
          <p:cNvSpPr txBox="1"/>
          <p:nvPr>
            <p:ph idx="1" type="subTitle"/>
          </p:nvPr>
        </p:nvSpPr>
        <p:spPr>
          <a:xfrm>
            <a:off x="3513484" y="3306894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detection table with download &amp; delete per record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79077d881_1_135"/>
          <p:cNvSpPr txBox="1"/>
          <p:nvPr>
            <p:ph idx="5" type="subTitle"/>
          </p:nvPr>
        </p:nvSpPr>
        <p:spPr>
          <a:xfrm>
            <a:off x="3513474" y="2969516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18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79077d881_1_135"/>
          <p:cNvSpPr txBox="1"/>
          <p:nvPr>
            <p:ph idx="1" type="subTitle"/>
          </p:nvPr>
        </p:nvSpPr>
        <p:spPr>
          <a:xfrm>
            <a:off x="5791194" y="3317150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mAP50, Precision, Recall + per-class AP50 bar chart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79077d881_1_135"/>
          <p:cNvSpPr txBox="1"/>
          <p:nvPr>
            <p:ph idx="5" type="subTitle"/>
          </p:nvPr>
        </p:nvSpPr>
        <p:spPr>
          <a:xfrm>
            <a:off x="5774629" y="3035768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79077d881_1_145"/>
          <p:cNvSpPr txBox="1"/>
          <p:nvPr>
            <p:ph type="title"/>
          </p:nvPr>
        </p:nvSpPr>
        <p:spPr>
          <a:xfrm>
            <a:off x="786250" y="304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Live Demo Walkthrough</a:t>
            </a:r>
            <a:endParaRPr/>
          </a:p>
        </p:txBody>
      </p:sp>
      <p:sp>
        <p:nvSpPr>
          <p:cNvPr id="415" name="Google Shape;415;g3e79077d881_1_145"/>
          <p:cNvSpPr/>
          <p:nvPr/>
        </p:nvSpPr>
        <p:spPr>
          <a:xfrm>
            <a:off x="347472" y="1005840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79077d881_1_145"/>
          <p:cNvSpPr/>
          <p:nvPr/>
        </p:nvSpPr>
        <p:spPr>
          <a:xfrm>
            <a:off x="1426464" y="1097280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79077d881_1_145"/>
          <p:cNvSpPr/>
          <p:nvPr/>
        </p:nvSpPr>
        <p:spPr>
          <a:xfrm>
            <a:off x="1426464" y="10972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g3e79077d881_1_145"/>
          <p:cNvSpPr/>
          <p:nvPr/>
        </p:nvSpPr>
        <p:spPr>
          <a:xfrm>
            <a:off x="438912" y="1664208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Sign Up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g3e79077d881_1_145"/>
          <p:cNvSpPr/>
          <p:nvPr/>
        </p:nvSpPr>
        <p:spPr>
          <a:xfrm>
            <a:off x="438912" y="1965960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Create account with name, email &amp; password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0" name="Google Shape;420;g3e79077d881_1_145"/>
          <p:cNvCxnSpPr/>
          <p:nvPr/>
        </p:nvCxnSpPr>
        <p:spPr>
          <a:xfrm>
            <a:off x="3035808" y="1911096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g3e79077d881_1_145"/>
          <p:cNvSpPr/>
          <p:nvPr/>
        </p:nvSpPr>
        <p:spPr>
          <a:xfrm>
            <a:off x="3200400" y="1005840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79077d881_1_145"/>
          <p:cNvSpPr/>
          <p:nvPr/>
        </p:nvSpPr>
        <p:spPr>
          <a:xfrm>
            <a:off x="4279392" y="1097280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e79077d881_1_145"/>
          <p:cNvSpPr/>
          <p:nvPr/>
        </p:nvSpPr>
        <p:spPr>
          <a:xfrm>
            <a:off x="4279392" y="10972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g3e79077d881_1_145"/>
          <p:cNvSpPr/>
          <p:nvPr/>
        </p:nvSpPr>
        <p:spPr>
          <a:xfrm>
            <a:off x="3291840" y="1664208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g3e79077d881_1_145"/>
          <p:cNvSpPr/>
          <p:nvPr/>
        </p:nvSpPr>
        <p:spPr>
          <a:xfrm>
            <a:off x="3291840" y="1965960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See total scans, objects &amp; class heatmap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6" name="Google Shape;426;g3e79077d881_1_145"/>
          <p:cNvCxnSpPr/>
          <p:nvPr/>
        </p:nvCxnSpPr>
        <p:spPr>
          <a:xfrm>
            <a:off x="5888736" y="1911096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g3e79077d881_1_145"/>
          <p:cNvSpPr/>
          <p:nvPr/>
        </p:nvSpPr>
        <p:spPr>
          <a:xfrm>
            <a:off x="6053328" y="1005840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79077d881_1_145"/>
          <p:cNvSpPr/>
          <p:nvPr/>
        </p:nvSpPr>
        <p:spPr>
          <a:xfrm>
            <a:off x="7132320" y="1097280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79077d881_1_145"/>
          <p:cNvSpPr/>
          <p:nvPr/>
        </p:nvSpPr>
        <p:spPr>
          <a:xfrm>
            <a:off x="7132320" y="10972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g3e79077d881_1_145"/>
          <p:cNvSpPr/>
          <p:nvPr/>
        </p:nvSpPr>
        <p:spPr>
          <a:xfrm>
            <a:off x="6144768" y="1664208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Upload Image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1" name="Google Shape;431;g3e79077d881_1_145"/>
          <p:cNvSpPr/>
          <p:nvPr/>
        </p:nvSpPr>
        <p:spPr>
          <a:xfrm>
            <a:off x="6144768" y="1965960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Pick a Dhaka traffic photo to detect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2" name="Google Shape;432;g3e79077d881_1_145"/>
          <p:cNvSpPr/>
          <p:nvPr/>
        </p:nvSpPr>
        <p:spPr>
          <a:xfrm>
            <a:off x="347472" y="2999232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79077d881_1_145"/>
          <p:cNvSpPr/>
          <p:nvPr/>
        </p:nvSpPr>
        <p:spPr>
          <a:xfrm>
            <a:off x="1426464" y="3090672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79077d881_1_145"/>
          <p:cNvSpPr/>
          <p:nvPr/>
        </p:nvSpPr>
        <p:spPr>
          <a:xfrm>
            <a:off x="1426464" y="3090672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5" name="Google Shape;435;g3e79077d881_1_145"/>
          <p:cNvSpPr/>
          <p:nvPr/>
        </p:nvSpPr>
        <p:spPr>
          <a:xfrm>
            <a:off x="438912" y="365760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Adjust Confidence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g3e79077d881_1_145"/>
          <p:cNvSpPr/>
          <p:nvPr/>
        </p:nvSpPr>
        <p:spPr>
          <a:xfrm>
            <a:off x="438912" y="3959352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Use the slider to fine-tune threshold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37" name="Google Shape;437;g3e79077d881_1_145"/>
          <p:cNvCxnSpPr/>
          <p:nvPr/>
        </p:nvCxnSpPr>
        <p:spPr>
          <a:xfrm>
            <a:off x="3035808" y="3904488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g3e79077d881_1_145"/>
          <p:cNvSpPr/>
          <p:nvPr/>
        </p:nvSpPr>
        <p:spPr>
          <a:xfrm>
            <a:off x="3200400" y="2999232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e79077d881_1_145"/>
          <p:cNvSpPr/>
          <p:nvPr/>
        </p:nvSpPr>
        <p:spPr>
          <a:xfrm>
            <a:off x="4279392" y="3090672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79077d881_1_145"/>
          <p:cNvSpPr/>
          <p:nvPr/>
        </p:nvSpPr>
        <p:spPr>
          <a:xfrm>
            <a:off x="4279392" y="3090672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" name="Google Shape;441;g3e79077d881_1_145"/>
          <p:cNvSpPr/>
          <p:nvPr/>
        </p:nvSpPr>
        <p:spPr>
          <a:xfrm>
            <a:off x="3291840" y="365760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View Results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g3e79077d881_1_145"/>
          <p:cNvSpPr/>
          <p:nvPr/>
        </p:nvSpPr>
        <p:spPr>
          <a:xfrm>
            <a:off x="3291840" y="3959352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See annotated image + congestion badge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43" name="Google Shape;443;g3e79077d881_1_145"/>
          <p:cNvCxnSpPr/>
          <p:nvPr/>
        </p:nvCxnSpPr>
        <p:spPr>
          <a:xfrm>
            <a:off x="5888736" y="3904488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g3e79077d881_1_145"/>
          <p:cNvSpPr/>
          <p:nvPr/>
        </p:nvSpPr>
        <p:spPr>
          <a:xfrm>
            <a:off x="6053328" y="2999232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79077d881_1_145"/>
          <p:cNvSpPr/>
          <p:nvPr/>
        </p:nvSpPr>
        <p:spPr>
          <a:xfrm>
            <a:off x="7132320" y="3090672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79077d881_1_145"/>
          <p:cNvSpPr/>
          <p:nvPr/>
        </p:nvSpPr>
        <p:spPr>
          <a:xfrm>
            <a:off x="7132320" y="3090672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g3e79077d881_1_145"/>
          <p:cNvSpPr/>
          <p:nvPr/>
        </p:nvSpPr>
        <p:spPr>
          <a:xfrm>
            <a:off x="6144768" y="365760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History &amp; Download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g3e79077d881_1_145"/>
          <p:cNvSpPr/>
          <p:nvPr/>
        </p:nvSpPr>
        <p:spPr>
          <a:xfrm>
            <a:off x="6144768" y="3959352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Browse past detections, download results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79077d881_1_219"/>
          <p:cNvSpPr txBox="1"/>
          <p:nvPr>
            <p:ph type="title"/>
          </p:nvPr>
        </p:nvSpPr>
        <p:spPr>
          <a:xfrm>
            <a:off x="587475" y="337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Challenges and How we Solved them</a:t>
            </a:r>
            <a:endParaRPr/>
          </a:p>
        </p:txBody>
      </p:sp>
      <p:sp>
        <p:nvSpPr>
          <p:cNvPr id="454" name="Google Shape;454;g3e79077d881_1_219"/>
          <p:cNvSpPr txBox="1"/>
          <p:nvPr>
            <p:ph idx="1" type="subTitle"/>
          </p:nvPr>
        </p:nvSpPr>
        <p:spPr>
          <a:xfrm>
            <a:off x="50707" y="1760697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Class imbalance (bicycle, leguna under-represented)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e79077d881_1_219"/>
          <p:cNvSpPr txBox="1"/>
          <p:nvPr>
            <p:ph idx="2" type="subTitle"/>
          </p:nvPr>
        </p:nvSpPr>
        <p:spPr>
          <a:xfrm>
            <a:off x="4730420" y="1760697"/>
            <a:ext cx="42147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Merged P2 Dhaka Dataset, selectively remapping compatible class IDs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e79077d881_1_219"/>
          <p:cNvSpPr txBox="1"/>
          <p:nvPr>
            <p:ph idx="1" type="subTitle"/>
          </p:nvPr>
        </p:nvSpPr>
        <p:spPr>
          <a:xfrm>
            <a:off x="54020" y="2327227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bcrypt password error (&gt;72 char limit)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e79077d881_1_219"/>
          <p:cNvSpPr txBox="1"/>
          <p:nvPr>
            <p:ph idx="2" type="subTitle"/>
          </p:nvPr>
        </p:nvSpPr>
        <p:spPr>
          <a:xfrm>
            <a:off x="4733729" y="2327222"/>
            <a:ext cx="43197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Replaced passlib with direct bcrypt library; truncate to 72 bytes before hash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e79077d881_1_219"/>
          <p:cNvSpPr txBox="1"/>
          <p:nvPr>
            <p:ph idx="1" type="subTitle"/>
          </p:nvPr>
        </p:nvSpPr>
        <p:spPr>
          <a:xfrm>
            <a:off x="70585" y="2840749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Colab session crashes mid-training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e79077d881_1_219"/>
          <p:cNvSpPr txBox="1"/>
          <p:nvPr>
            <p:ph idx="2" type="subTitle"/>
          </p:nvPr>
        </p:nvSpPr>
        <p:spPr>
          <a:xfrm>
            <a:off x="4725448" y="2840747"/>
            <a:ext cx="39546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Added resume=True checkpoint support; saves last.pt every epoch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e79077d881_1_219"/>
          <p:cNvSpPr txBox="1"/>
          <p:nvPr>
            <p:ph idx="1" type="subTitle"/>
          </p:nvPr>
        </p:nvSpPr>
        <p:spPr>
          <a:xfrm>
            <a:off x="65615" y="3407279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No GitHub / no server for sharing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e79077d881_1_219"/>
          <p:cNvSpPr txBox="1"/>
          <p:nvPr>
            <p:ph idx="2" type="subTitle"/>
          </p:nvPr>
        </p:nvSpPr>
        <p:spPr>
          <a:xfrm>
            <a:off x="4703909" y="3407272"/>
            <a:ext cx="35124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ngrok tunnel: one command exposes local app to any browser worldwide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e79077d881_1_219"/>
          <p:cNvSpPr txBox="1"/>
          <p:nvPr>
            <p:ph idx="1" type="subTitle"/>
          </p:nvPr>
        </p:nvSpPr>
        <p:spPr>
          <a:xfrm>
            <a:off x="57333" y="3970496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Messy 91-cell notebook hard to reproduce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e79077d881_1_219"/>
          <p:cNvSpPr txBox="1"/>
          <p:nvPr>
            <p:ph idx="2" type="subTitle"/>
          </p:nvPr>
        </p:nvSpPr>
        <p:spPr>
          <a:xfrm>
            <a:off x="4670785" y="3970502"/>
            <a:ext cx="38604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Refactored to 33 cells, seeded splits, all paths as variables at top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e79077d881_1_219"/>
          <p:cNvSpPr txBox="1"/>
          <p:nvPr>
            <p:ph idx="4294967295" type="subTitle"/>
          </p:nvPr>
        </p:nvSpPr>
        <p:spPr>
          <a:xfrm>
            <a:off x="173924" y="1186413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1" sz="1800"/>
          </a:p>
        </p:txBody>
      </p:sp>
      <p:sp>
        <p:nvSpPr>
          <p:cNvPr id="465" name="Google Shape;465;g3e79077d881_1_219"/>
          <p:cNvSpPr txBox="1"/>
          <p:nvPr>
            <p:ph idx="4294967295" type="subTitle"/>
          </p:nvPr>
        </p:nvSpPr>
        <p:spPr>
          <a:xfrm>
            <a:off x="4832074" y="1186400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79077d881_1_2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</a:rPr>
              <a:t>Future Improvements</a:t>
            </a:r>
            <a:endParaRPr/>
          </a:p>
        </p:txBody>
      </p:sp>
      <p:sp>
        <p:nvSpPr>
          <p:cNvPr id="471" name="Google Shape;471;g3e79077d881_1_239"/>
          <p:cNvSpPr txBox="1"/>
          <p:nvPr>
            <p:ph idx="1" type="subTitle"/>
          </p:nvPr>
        </p:nvSpPr>
        <p:spPr>
          <a:xfrm>
            <a:off x="1340266" y="1789816"/>
            <a:ext cx="17739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Process MP4 files frame-by-frame for real-time stream congestion monitoring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2" name="Google Shape;472;g3e79077d881_1_239"/>
          <p:cNvSpPr txBox="1"/>
          <p:nvPr>
            <p:ph idx="5" type="subTitle"/>
          </p:nvPr>
        </p:nvSpPr>
        <p:spPr>
          <a:xfrm>
            <a:off x="1358350" y="1475325"/>
            <a:ext cx="19068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Video Input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3" name="Google Shape;473;g3e79077d881_1_239"/>
          <p:cNvSpPr txBox="1"/>
          <p:nvPr>
            <p:ph idx="1" type="subTitle"/>
          </p:nvPr>
        </p:nvSpPr>
        <p:spPr>
          <a:xfrm>
            <a:off x="3551584" y="1721603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Expand leguna &amp; bicycle data to push mAP50 above 65%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4" name="Google Shape;474;g3e79077d881_1_239"/>
          <p:cNvSpPr txBox="1"/>
          <p:nvPr>
            <p:ph idx="5" type="subTitle"/>
          </p:nvPr>
        </p:nvSpPr>
        <p:spPr>
          <a:xfrm>
            <a:off x="3551575" y="1384225"/>
            <a:ext cx="19068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Larger Dataset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5" name="Google Shape;475;g3e79077d881_1_239"/>
          <p:cNvSpPr txBox="1"/>
          <p:nvPr>
            <p:ph idx="1" type="subTitle"/>
          </p:nvPr>
        </p:nvSpPr>
        <p:spPr>
          <a:xfrm>
            <a:off x="5829294" y="173185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Railway / Render deployment with PostgreSQL for multi-user production use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6" name="Google Shape;476;g3e79077d881_1_239"/>
          <p:cNvSpPr txBox="1"/>
          <p:nvPr>
            <p:ph idx="5" type="subTitle"/>
          </p:nvPr>
        </p:nvSpPr>
        <p:spPr>
          <a:xfrm>
            <a:off x="5812729" y="1450477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Cloud Deploy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7" name="Google Shape;477;g3e79077d881_1_239"/>
          <p:cNvSpPr txBox="1"/>
          <p:nvPr>
            <p:ph idx="1" type="subTitle"/>
          </p:nvPr>
        </p:nvSpPr>
        <p:spPr>
          <a:xfrm>
            <a:off x="1302175" y="337510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Flutter frontend consuming the same existing FastAPI REST API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8" name="Google Shape;478;g3e79077d881_1_239"/>
          <p:cNvSpPr txBox="1"/>
          <p:nvPr>
            <p:ph idx="5" type="subTitle"/>
          </p:nvPr>
        </p:nvSpPr>
        <p:spPr>
          <a:xfrm>
            <a:off x="1320250" y="3060609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Mobile App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9" name="Google Shape;479;g3e79077d881_1_239"/>
          <p:cNvSpPr txBox="1"/>
          <p:nvPr>
            <p:ph idx="1" type="subTitle"/>
          </p:nvPr>
        </p:nvSpPr>
        <p:spPr>
          <a:xfrm>
            <a:off x="3513484" y="3306894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Integrate with IP camera feeds for real-time Dhaka traffic monitoring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80" name="Google Shape;480;g3e79077d881_1_239"/>
          <p:cNvSpPr txBox="1"/>
          <p:nvPr>
            <p:ph idx="5" type="subTitle"/>
          </p:nvPr>
        </p:nvSpPr>
        <p:spPr>
          <a:xfrm>
            <a:off x="3513475" y="2969525"/>
            <a:ext cx="19449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Live CCTV Feed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81" name="Google Shape;481;g3e79077d881_1_239"/>
          <p:cNvSpPr txBox="1"/>
          <p:nvPr>
            <p:ph idx="1" type="subTitle"/>
          </p:nvPr>
        </p:nvSpPr>
        <p:spPr>
          <a:xfrm>
            <a:off x="5791194" y="3317150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GPS-tagged congestion scores overlaid on a live city map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82" name="Google Shape;482;g3e79077d881_1_239"/>
          <p:cNvSpPr txBox="1"/>
          <p:nvPr>
            <p:ph idx="5" type="subTitle"/>
          </p:nvPr>
        </p:nvSpPr>
        <p:spPr>
          <a:xfrm>
            <a:off x="5774629" y="3035768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Heatmap Map</a:t>
            </a:r>
            <a:endParaRPr sz="180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79077d881_1_2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</a:rPr>
              <a:t>Team Contribution</a:t>
            </a:r>
            <a:endParaRPr/>
          </a:p>
        </p:txBody>
      </p:sp>
      <p:sp>
        <p:nvSpPr>
          <p:cNvPr id="488" name="Google Shape;488;g3e79077d881_1_255"/>
          <p:cNvSpPr txBox="1"/>
          <p:nvPr>
            <p:ph idx="1" type="subTitle"/>
          </p:nvPr>
        </p:nvSpPr>
        <p:spPr>
          <a:xfrm>
            <a:off x="1340275" y="1789825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Dataset collection &amp; preparation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YOLOv8s model training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Notebook pipeline design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Parameter Tuning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Dataset Tuning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89" name="Google Shape;489;g3e79077d881_1_255"/>
          <p:cNvSpPr txBox="1"/>
          <p:nvPr>
            <p:ph idx="5" type="subTitle"/>
          </p:nvPr>
        </p:nvSpPr>
        <p:spPr>
          <a:xfrm>
            <a:off x="1358351" y="1475325"/>
            <a:ext cx="227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MD.Shazidul Islam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90" name="Google Shape;490;g3e79077d881_1_255"/>
          <p:cNvSpPr txBox="1"/>
          <p:nvPr>
            <p:ph idx="1" type="subTitle"/>
          </p:nvPr>
        </p:nvSpPr>
        <p:spPr>
          <a:xfrm>
            <a:off x="5754744" y="1721600"/>
            <a:ext cx="3240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FastAPI backend development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JWT authentication system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Database models &amp; schemas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91" name="Google Shape;491;g3e79077d881_1_255"/>
          <p:cNvSpPr txBox="1"/>
          <p:nvPr>
            <p:ph idx="5" type="subTitle"/>
          </p:nvPr>
        </p:nvSpPr>
        <p:spPr>
          <a:xfrm>
            <a:off x="5754750" y="1384225"/>
            <a:ext cx="25197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Rafiul Omar Rafi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92" name="Google Shape;492;g3e79077d881_1_255"/>
          <p:cNvSpPr txBox="1"/>
          <p:nvPr>
            <p:ph idx="1" type="subTitle"/>
          </p:nvPr>
        </p:nvSpPr>
        <p:spPr>
          <a:xfrm>
            <a:off x="1302175" y="3375100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Frontend — 6 HTML pages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Detect &amp; dashboard UI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Congestion scoring algorithm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93" name="Google Shape;493;g3e79077d881_1_255"/>
          <p:cNvSpPr txBox="1"/>
          <p:nvPr>
            <p:ph idx="5" type="subTitle"/>
          </p:nvPr>
        </p:nvSpPr>
        <p:spPr>
          <a:xfrm>
            <a:off x="1320250" y="3060600"/>
            <a:ext cx="27630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Farhan Ahmed Fahim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94" name="Google Shape;494;g3e79077d881_1_255"/>
          <p:cNvSpPr txBox="1"/>
          <p:nvPr>
            <p:ph idx="1" type="subTitle"/>
          </p:nvPr>
        </p:nvSpPr>
        <p:spPr>
          <a:xfrm>
            <a:off x="5716645" y="3306900"/>
            <a:ext cx="2946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History &amp; performance pages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Deployment &amp; ngrok setup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Final testing &amp; documentation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95" name="Google Shape;495;g3e79077d881_1_255"/>
          <p:cNvSpPr txBox="1"/>
          <p:nvPr>
            <p:ph idx="5" type="subTitle"/>
          </p:nvPr>
        </p:nvSpPr>
        <p:spPr>
          <a:xfrm>
            <a:off x="5716650" y="2969525"/>
            <a:ext cx="27075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Md.Naimul Hossain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4"/>
          <p:cNvSpPr txBox="1"/>
          <p:nvPr/>
        </p:nvSpPr>
        <p:spPr>
          <a:xfrm>
            <a:off x="2526177" y="1532271"/>
            <a:ext cx="42573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First 11-class Bangladeshi traffic detector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Full-stack web app — no external tools needed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72.8% mAP50 on custom drone dataset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Real-time congestion scoring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Fully reproducible training pipeline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3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Any Questions?</a:t>
            </a:r>
            <a:endParaRPr/>
          </a:p>
        </p:txBody>
      </p:sp>
      <p:sp>
        <p:nvSpPr>
          <p:cNvPr id="506" name="Google Shape;506;p33"/>
          <p:cNvSpPr txBox="1"/>
          <p:nvPr>
            <p:ph type="title"/>
          </p:nvPr>
        </p:nvSpPr>
        <p:spPr>
          <a:xfrm>
            <a:off x="823800" y="1399209"/>
            <a:ext cx="76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5500"/>
              <a:t>Thank You!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op for Test-Taking Students by Slidesgo">
  <a:themeElements>
    <a:clrScheme name="Simple Light">
      <a:dk1>
        <a:srgbClr val="010131"/>
      </a:dk1>
      <a:lt1>
        <a:srgbClr val="F8F8F8"/>
      </a:lt1>
      <a:dk2>
        <a:srgbClr val="E6E6FF"/>
      </a:dk2>
      <a:lt2>
        <a:srgbClr val="CAB0EE"/>
      </a:lt2>
      <a:accent1>
        <a:srgbClr val="A09FFF"/>
      </a:accent1>
      <a:accent2>
        <a:srgbClr val="000096"/>
      </a:accent2>
      <a:accent3>
        <a:srgbClr val="E8B331"/>
      </a:accent3>
      <a:accent4>
        <a:srgbClr val="F75175"/>
      </a:accent4>
      <a:accent5>
        <a:srgbClr val="FFFFFF"/>
      </a:accent5>
      <a:accent6>
        <a:srgbClr val="FFFFFF"/>
      </a:accent6>
      <a:hlink>
        <a:srgbClr val="0101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